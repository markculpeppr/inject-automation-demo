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334"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6" autoAdjust="0"/>
    <p:restoredTop sz="94660"/>
  </p:normalViewPr>
  <p:slideViewPr>
    <p:cSldViewPr snapToGrid="0">
      <p:cViewPr varScale="1">
        <p:scale>
          <a:sx n="156" d="100"/>
          <a:sy n="156" d="100"/>
        </p:scale>
        <p:origin x="420"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4" Type="http://schemas.openxmlformats.org/officeDocument/2006/relationships/slideMaster" Target="slideMasters/slideMaster1.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CB72C21-5237-D435-989A-C3FD4D636F1D}"/>
              </a:ext>
            </a:extLst>
          </p:cNvPr>
          <p:cNvPicPr>
            <a:picLocks noChangeAspect="1"/>
          </p:cNvPicPr>
          <p:nvPr userDrawn="1"/>
        </p:nvPicPr>
        <p:blipFill>
          <a:blip r:embed="rId2"/>
          <a:stretch>
            <a:fillRect/>
          </a:stretch>
        </p:blipFill>
        <p:spPr>
          <a:xfrm>
            <a:off x="3964458" y="723185"/>
            <a:ext cx="4263084" cy="4263084"/>
          </a:xfrm>
          <a:prstGeom prst="rect">
            <a:avLst/>
          </a:prstGeom>
        </p:spPr>
      </p:pic>
      <p:sp>
        <p:nvSpPr>
          <p:cNvPr id="12" name="hc" descr="SECRET"/>
          <p:cNvSpPr txBox="1"/>
          <p:nvPr userDrawn="1"/>
        </p:nvSpPr>
        <p:spPr>
          <a:xfrm>
            <a:off x="199" y="19828"/>
            <a:ext cx="12191603" cy="246221"/>
          </a:xfrm>
          <a:prstGeom prst="rect">
            <a:avLst/>
          </a:prstGeom>
          <a:noFill/>
        </p:spPr>
        <p:txBody>
          <a:bodyPr vert="horz" rtlCol="0">
            <a:spAutoFit/>
          </a:bodyPr>
          <a:lstStyle/>
          <a:p>
            <a:pPr marL="0" marR="0" lvl="0" indent="0" algn="ctr" defTabSz="914391"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7030A0"/>
                </a:solidFill>
                <a:effectLst/>
                <a:uLnTx/>
                <a:uFillTx/>
                <a:latin typeface="Arial" panose="020B0604020202020204" pitchFamily="34" charset="0"/>
                <a:ea typeface="Tahoma" panose="020B0604030504040204" pitchFamily="34" charset="0"/>
                <a:cs typeface="Arial" panose="020B0604020202020204" pitchFamily="34" charset="0"/>
              </a:rPr>
              <a:t>CUI</a:t>
            </a:r>
          </a:p>
        </p:txBody>
      </p:sp>
      <p:sp>
        <p:nvSpPr>
          <p:cNvPr id="13" name="hc" descr="SECRET"/>
          <p:cNvSpPr txBox="1"/>
          <p:nvPr userDrawn="1"/>
        </p:nvSpPr>
        <p:spPr>
          <a:xfrm>
            <a:off x="199" y="6628144"/>
            <a:ext cx="12191603" cy="246221"/>
          </a:xfrm>
          <a:prstGeom prst="rect">
            <a:avLst/>
          </a:prstGeom>
          <a:noFill/>
        </p:spPr>
        <p:txBody>
          <a:bodyPr vert="horz" rtlCol="0">
            <a:spAutoFit/>
          </a:bodyPr>
          <a:lstStyle/>
          <a:p>
            <a:pPr marL="0" marR="0" lvl="0" indent="0" algn="ctr" defTabSz="914391"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7030A0"/>
                </a:solidFill>
                <a:effectLst/>
                <a:uLnTx/>
                <a:uFillTx/>
                <a:latin typeface="Arial" panose="020B0604020202020204" pitchFamily="34" charset="0"/>
                <a:ea typeface="Tahoma" panose="020B0604030504040204" pitchFamily="34" charset="0"/>
                <a:cs typeface="Arial" panose="020B0604020202020204" pitchFamily="34" charset="0"/>
              </a:rPr>
              <a:t>CUI</a:t>
            </a:r>
          </a:p>
        </p:txBody>
      </p:sp>
      <p:sp>
        <p:nvSpPr>
          <p:cNvPr id="15" name="Title 14"/>
          <p:cNvSpPr>
            <a:spLocks noGrp="1"/>
          </p:cNvSpPr>
          <p:nvPr>
            <p:ph type="title"/>
          </p:nvPr>
        </p:nvSpPr>
        <p:spPr>
          <a:xfrm>
            <a:off x="838200" y="4854938"/>
            <a:ext cx="10515600" cy="1325563"/>
          </a:xfrm>
          <a:prstGeom prst="rect">
            <a:avLst/>
          </a:prstGeom>
        </p:spPr>
        <p:txBody>
          <a:bodyPr/>
          <a:lstStyle>
            <a:lvl1pPr>
              <a:defRPr b="1"/>
            </a:lvl1pPr>
          </a:lstStyle>
          <a:p>
            <a:r>
              <a:rPr lang="en-US"/>
              <a:t>Click to edit Master title style</a:t>
            </a:r>
          </a:p>
        </p:txBody>
      </p:sp>
      <p:sp>
        <p:nvSpPr>
          <p:cNvPr id="21" name="TextBox 20"/>
          <p:cNvSpPr txBox="1"/>
          <p:nvPr userDrawn="1"/>
        </p:nvSpPr>
        <p:spPr>
          <a:xfrm>
            <a:off x="2609849" y="6180501"/>
            <a:ext cx="3800475" cy="338554"/>
          </a:xfrm>
          <a:prstGeom prst="rect">
            <a:avLst/>
          </a:prstGeom>
          <a:noFill/>
        </p:spPr>
        <p:txBody>
          <a:bodyPr wrap="square" rtlCol="0" anchor="ctr">
            <a:spAutoFit/>
          </a:bodyPr>
          <a:lstStyle/>
          <a:p>
            <a:r>
              <a:rPr lang="en-US" sz="1600">
                <a:latin typeface="Arial" panose="020B0604020202020204" pitchFamily="34" charset="0"/>
                <a:cs typeface="Arial" panose="020B0604020202020204" pitchFamily="34" charset="0"/>
              </a:rPr>
              <a:t>The overall</a:t>
            </a:r>
            <a:r>
              <a:rPr lang="en-US" sz="1600" baseline="0">
                <a:latin typeface="Arial" panose="020B0604020202020204" pitchFamily="34" charset="0"/>
                <a:cs typeface="Arial" panose="020B0604020202020204" pitchFamily="34" charset="0"/>
              </a:rPr>
              <a:t> classification of this brief is: </a:t>
            </a:r>
            <a:endParaRPr lang="en-US" sz="16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422287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4_S//NF">
    <p:spTree>
      <p:nvGrpSpPr>
        <p:cNvPr id="1" name=""/>
        <p:cNvGrpSpPr/>
        <p:nvPr/>
      </p:nvGrpSpPr>
      <p:grpSpPr>
        <a:xfrm>
          <a:off x="0" y="0"/>
          <a:ext cx="0" cy="0"/>
          <a:chOff x="0" y="0"/>
          <a:chExt cx="0" cy="0"/>
        </a:xfrm>
      </p:grpSpPr>
      <p:sp>
        <p:nvSpPr>
          <p:cNvPr id="12" name="Title 7"/>
          <p:cNvSpPr>
            <a:spLocks noGrp="1"/>
          </p:cNvSpPr>
          <p:nvPr>
            <p:ph type="title"/>
          </p:nvPr>
        </p:nvSpPr>
        <p:spPr>
          <a:xfrm>
            <a:off x="838200" y="273399"/>
            <a:ext cx="10515600" cy="518453"/>
          </a:xfrm>
          <a:prstGeom prst="rect">
            <a:avLst/>
          </a:prstGeom>
        </p:spPr>
        <p:txBody>
          <a:bodyPr/>
          <a:lstStyle>
            <a:lvl1pPr>
              <a:defRPr b="1"/>
            </a:lvl1pPr>
          </a:lstStyle>
          <a:p>
            <a:r>
              <a:rPr lang="en-US"/>
              <a:t>Click to edit Master title style</a:t>
            </a:r>
          </a:p>
        </p:txBody>
      </p:sp>
      <p:cxnSp>
        <p:nvCxnSpPr>
          <p:cNvPr id="8" name="Straight Connector 7"/>
          <p:cNvCxnSpPr/>
          <p:nvPr userDrawn="1"/>
        </p:nvCxnSpPr>
        <p:spPr>
          <a:xfrm>
            <a:off x="-15547" y="795486"/>
            <a:ext cx="12207548" cy="10886"/>
          </a:xfrm>
          <a:prstGeom prst="line">
            <a:avLst/>
          </a:prstGeom>
          <a:ln w="53975" cmpd="dbl">
            <a:solidFill>
              <a:srgbClr val="FF0000"/>
            </a:solidFill>
            <a:prstDash val="solid"/>
          </a:ln>
          <a:scene3d>
            <a:camera prst="orthographicFront"/>
            <a:lightRig rig="threePt" dir="t"/>
          </a:scene3d>
          <a:sp3d contourW="6350">
            <a:bevelT prst="slope"/>
          </a:sp3d>
        </p:spPr>
        <p:style>
          <a:lnRef idx="1">
            <a:schemeClr val="accent1"/>
          </a:lnRef>
          <a:fillRef idx="0">
            <a:schemeClr val="accent1"/>
          </a:fillRef>
          <a:effectRef idx="0">
            <a:schemeClr val="accent1"/>
          </a:effectRef>
          <a:fontRef idx="minor">
            <a:schemeClr val="tx1"/>
          </a:fontRef>
        </p:style>
      </p:cxnSp>
      <p:sp>
        <p:nvSpPr>
          <p:cNvPr id="9" name="Line 789"/>
          <p:cNvSpPr>
            <a:spLocks noChangeShapeType="1"/>
          </p:cNvSpPr>
          <p:nvPr userDrawn="1"/>
        </p:nvSpPr>
        <p:spPr bwMode="auto">
          <a:xfrm>
            <a:off x="677333" y="6629400"/>
            <a:ext cx="10905067" cy="22591"/>
          </a:xfrm>
          <a:prstGeom prst="line">
            <a:avLst/>
          </a:prstGeom>
          <a:noFill/>
          <a:ln w="57150" cmpd="thickThin">
            <a:solidFill>
              <a:srgbClr val="A30000"/>
            </a:solidFill>
            <a:round/>
            <a:headEnd/>
            <a:tailEnd/>
          </a:ln>
          <a:effectLst/>
        </p:spPr>
        <p:txBody>
          <a:bodyPr wrap="none" anchor="ctr"/>
          <a:lstStyle/>
          <a:p>
            <a:pPr algn="ctr">
              <a:lnSpc>
                <a:spcPct val="65000"/>
              </a:lnSpc>
              <a:defRPr/>
            </a:pPr>
            <a:endParaRPr lang="en-US" sz="1350">
              <a:solidFill>
                <a:srgbClr val="000000"/>
              </a:solidFill>
            </a:endParaRPr>
          </a:p>
        </p:txBody>
      </p:sp>
      <p:sp>
        <p:nvSpPr>
          <p:cNvPr id="10" name="Text Placeholder 11"/>
          <p:cNvSpPr>
            <a:spLocks noGrp="1"/>
          </p:cNvSpPr>
          <p:nvPr>
            <p:ph type="body" sz="quarter" idx="10" hasCustomPrompt="1"/>
          </p:nvPr>
        </p:nvSpPr>
        <p:spPr>
          <a:xfrm>
            <a:off x="-653" y="6673839"/>
            <a:ext cx="1839912" cy="165744"/>
          </a:xfrm>
          <a:prstGeom prst="rect">
            <a:avLst/>
          </a:prstGeom>
        </p:spPr>
        <p:txBody>
          <a:bodyPr/>
          <a:lstStyle>
            <a:lvl1pPr marL="0" indent="0">
              <a:buNone/>
              <a:defRPr sz="1000"/>
            </a:lvl1pPr>
          </a:lstStyle>
          <a:p>
            <a:pPr lvl="0"/>
            <a:r>
              <a:rPr lang="en-US"/>
              <a:t>OPR: </a:t>
            </a:r>
          </a:p>
        </p:txBody>
      </p:sp>
      <p:sp>
        <p:nvSpPr>
          <p:cNvPr id="11" name="Text Placeholder 11"/>
          <p:cNvSpPr>
            <a:spLocks noGrp="1"/>
          </p:cNvSpPr>
          <p:nvPr>
            <p:ph type="body" sz="quarter" idx="11" hasCustomPrompt="1"/>
          </p:nvPr>
        </p:nvSpPr>
        <p:spPr>
          <a:xfrm>
            <a:off x="10663988" y="6675880"/>
            <a:ext cx="1528011" cy="165744"/>
          </a:xfrm>
          <a:prstGeom prst="rect">
            <a:avLst/>
          </a:prstGeom>
        </p:spPr>
        <p:txBody>
          <a:bodyPr/>
          <a:lstStyle>
            <a:lvl1pPr marL="0" indent="0">
              <a:buNone/>
              <a:defRPr sz="1000"/>
            </a:lvl1pPr>
          </a:lstStyle>
          <a:p>
            <a:pPr lvl="0"/>
            <a:r>
              <a:rPr lang="en-US"/>
              <a:t>CAO: </a:t>
            </a:r>
          </a:p>
        </p:txBody>
      </p:sp>
      <p:sp>
        <p:nvSpPr>
          <p:cNvPr id="13" name="hc" descr="SECRET"/>
          <p:cNvSpPr txBox="1"/>
          <p:nvPr userDrawn="1"/>
        </p:nvSpPr>
        <p:spPr>
          <a:xfrm>
            <a:off x="199" y="10303"/>
            <a:ext cx="12191603" cy="246221"/>
          </a:xfrm>
          <a:prstGeom prst="rect">
            <a:avLst/>
          </a:prstGeom>
          <a:noFill/>
        </p:spPr>
        <p:txBody>
          <a:bodyPr vert="horz" rtlCol="0">
            <a:spAutoFit/>
          </a:bodyPr>
          <a:lstStyle/>
          <a:p>
            <a:pPr marL="0" marR="0" lvl="0" indent="0" algn="ctr" defTabSz="914391"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0000"/>
                </a:solidFill>
                <a:effectLst/>
                <a:uLnTx/>
                <a:uFillTx/>
                <a:latin typeface="Arial" panose="020B0604020202020204" pitchFamily="34" charset="0"/>
                <a:ea typeface="Tahoma" panose="020B0604030504040204" pitchFamily="34" charset="0"/>
                <a:cs typeface="Arial" panose="020B0604020202020204" pitchFamily="34" charset="0"/>
              </a:rPr>
              <a:t>SECRET // NOFORN</a:t>
            </a:r>
          </a:p>
        </p:txBody>
      </p:sp>
      <p:sp>
        <p:nvSpPr>
          <p:cNvPr id="15" name="hc" descr="SECRET"/>
          <p:cNvSpPr txBox="1"/>
          <p:nvPr userDrawn="1"/>
        </p:nvSpPr>
        <p:spPr>
          <a:xfrm>
            <a:off x="199" y="6629400"/>
            <a:ext cx="12191603" cy="246221"/>
          </a:xfrm>
          <a:prstGeom prst="rect">
            <a:avLst/>
          </a:prstGeom>
          <a:noFill/>
        </p:spPr>
        <p:txBody>
          <a:bodyPr vert="horz" rtlCol="0">
            <a:spAutoFit/>
          </a:bodyPr>
          <a:lstStyle/>
          <a:p>
            <a:pPr marL="0" marR="0" lvl="0" indent="0" algn="ctr" defTabSz="914391"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0000"/>
                </a:solidFill>
                <a:effectLst/>
                <a:uLnTx/>
                <a:uFillTx/>
                <a:latin typeface="Arial" panose="020B0604020202020204" pitchFamily="34" charset="0"/>
                <a:ea typeface="Tahoma" panose="020B0604030504040204" pitchFamily="34" charset="0"/>
                <a:cs typeface="Arial" panose="020B0604020202020204" pitchFamily="34" charset="0"/>
              </a:rPr>
              <a:t>SECRET // NOFORN</a:t>
            </a:r>
          </a:p>
        </p:txBody>
      </p:sp>
      <p:pic>
        <p:nvPicPr>
          <p:cNvPr id="3" name="Picture 2" descr="Logo, arrow&#10;&#10;Description automatically generated">
            <a:extLst>
              <a:ext uri="{FF2B5EF4-FFF2-40B4-BE49-F238E27FC236}">
                <a16:creationId xmlns:a16="http://schemas.microsoft.com/office/drawing/2014/main" id="{56049CB4-07BE-6FEE-951E-E33E645F8C5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9838" y="35201"/>
            <a:ext cx="880148" cy="736396"/>
          </a:xfrm>
          <a:prstGeom prst="rect">
            <a:avLst/>
          </a:prstGeom>
        </p:spPr>
      </p:pic>
      <p:pic>
        <p:nvPicPr>
          <p:cNvPr id="4" name="Picture 3">
            <a:extLst>
              <a:ext uri="{FF2B5EF4-FFF2-40B4-BE49-F238E27FC236}">
                <a16:creationId xmlns:a16="http://schemas.microsoft.com/office/drawing/2014/main" id="{FD835FB3-8B26-DBF2-A1BF-D964077880CE}"/>
              </a:ext>
            </a:extLst>
          </p:cNvPr>
          <p:cNvPicPr>
            <a:picLocks noChangeAspect="1"/>
          </p:cNvPicPr>
          <p:nvPr userDrawn="1"/>
        </p:nvPicPr>
        <p:blipFill>
          <a:blip r:embed="rId3"/>
          <a:stretch>
            <a:fillRect/>
          </a:stretch>
        </p:blipFill>
        <p:spPr>
          <a:xfrm>
            <a:off x="11204075" y="-48872"/>
            <a:ext cx="864388" cy="864388"/>
          </a:xfrm>
          <a:prstGeom prst="rect">
            <a:avLst/>
          </a:prstGeom>
        </p:spPr>
      </p:pic>
    </p:spTree>
    <p:extLst>
      <p:ext uri="{BB962C8B-B14F-4D97-AF65-F5344CB8AC3E}">
        <p14:creationId xmlns:p14="http://schemas.microsoft.com/office/powerpoint/2010/main" val="4121515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Unclassified">
    <p:spTree>
      <p:nvGrpSpPr>
        <p:cNvPr id="1" name=""/>
        <p:cNvGrpSpPr/>
        <p:nvPr/>
      </p:nvGrpSpPr>
      <p:grpSpPr>
        <a:xfrm>
          <a:off x="0" y="0"/>
          <a:ext cx="0" cy="0"/>
          <a:chOff x="0" y="0"/>
          <a:chExt cx="0" cy="0"/>
        </a:xfrm>
      </p:grpSpPr>
      <p:sp>
        <p:nvSpPr>
          <p:cNvPr id="4" name="hc" descr="SECRET"/>
          <p:cNvSpPr txBox="1"/>
          <p:nvPr userDrawn="1"/>
        </p:nvSpPr>
        <p:spPr>
          <a:xfrm>
            <a:off x="199" y="10303"/>
            <a:ext cx="12191603" cy="246221"/>
          </a:xfrm>
          <a:prstGeom prst="rect">
            <a:avLst/>
          </a:prstGeom>
          <a:noFill/>
        </p:spPr>
        <p:txBody>
          <a:bodyPr vert="horz" rtlCol="0">
            <a:spAutoFit/>
          </a:bodyPr>
          <a:lstStyle/>
          <a:p>
            <a:pPr marL="0" marR="0" lvl="0" indent="0" algn="ctr" defTabSz="914391"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B050"/>
                </a:solidFill>
                <a:effectLst/>
                <a:uLnTx/>
                <a:uFillTx/>
                <a:latin typeface="Arial" panose="020B0604020202020204" pitchFamily="34" charset="0"/>
                <a:ea typeface="Tahoma" panose="020B0604030504040204" pitchFamily="34" charset="0"/>
                <a:cs typeface="Arial" panose="020B0604020202020204" pitchFamily="34" charset="0"/>
              </a:rPr>
              <a:t>UNCLASSIFIED</a:t>
            </a:r>
          </a:p>
        </p:txBody>
      </p:sp>
      <p:sp>
        <p:nvSpPr>
          <p:cNvPr id="5" name="hc" descr="SECRET"/>
          <p:cNvSpPr txBox="1"/>
          <p:nvPr userDrawn="1"/>
        </p:nvSpPr>
        <p:spPr>
          <a:xfrm>
            <a:off x="199" y="6628144"/>
            <a:ext cx="12191603" cy="246221"/>
          </a:xfrm>
          <a:prstGeom prst="rect">
            <a:avLst/>
          </a:prstGeom>
          <a:noFill/>
        </p:spPr>
        <p:txBody>
          <a:bodyPr vert="horz" rtlCol="0">
            <a:spAutoFit/>
          </a:bodyPr>
          <a:lstStyle/>
          <a:p>
            <a:pPr marL="0" marR="0" lvl="0" indent="0" algn="ctr" defTabSz="914391"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B050"/>
                </a:solidFill>
                <a:effectLst/>
                <a:uLnTx/>
                <a:uFillTx/>
                <a:latin typeface="Arial" panose="020B0604020202020204" pitchFamily="34" charset="0"/>
                <a:ea typeface="Tahoma" panose="020B0604030504040204" pitchFamily="34" charset="0"/>
                <a:cs typeface="Arial" panose="020B0604020202020204" pitchFamily="34" charset="0"/>
              </a:rPr>
              <a:t>UNCLASSIFIED</a:t>
            </a:r>
          </a:p>
        </p:txBody>
      </p:sp>
      <p:sp>
        <p:nvSpPr>
          <p:cNvPr id="8" name="Title 7"/>
          <p:cNvSpPr>
            <a:spLocks noGrp="1"/>
          </p:cNvSpPr>
          <p:nvPr>
            <p:ph type="title"/>
          </p:nvPr>
        </p:nvSpPr>
        <p:spPr>
          <a:xfrm>
            <a:off x="838200" y="273399"/>
            <a:ext cx="10515600" cy="518453"/>
          </a:xfrm>
          <a:prstGeom prst="rect">
            <a:avLst/>
          </a:prstGeom>
        </p:spPr>
        <p:txBody>
          <a:bodyPr/>
          <a:lstStyle>
            <a:lvl1pPr>
              <a:defRPr b="1"/>
            </a:lvl1pPr>
          </a:lstStyle>
          <a:p>
            <a:r>
              <a:rPr lang="en-US"/>
              <a:t>Click to edit Master title style</a:t>
            </a:r>
          </a:p>
        </p:txBody>
      </p:sp>
      <p:cxnSp>
        <p:nvCxnSpPr>
          <p:cNvPr id="7" name="Straight Connector 6"/>
          <p:cNvCxnSpPr/>
          <p:nvPr userDrawn="1"/>
        </p:nvCxnSpPr>
        <p:spPr>
          <a:xfrm>
            <a:off x="-15547" y="795486"/>
            <a:ext cx="12207548" cy="10886"/>
          </a:xfrm>
          <a:prstGeom prst="line">
            <a:avLst/>
          </a:prstGeom>
          <a:ln w="53975" cmpd="dbl">
            <a:solidFill>
              <a:srgbClr val="FF0000"/>
            </a:solidFill>
            <a:prstDash val="solid"/>
          </a:ln>
          <a:scene3d>
            <a:camera prst="orthographicFront"/>
            <a:lightRig rig="threePt" dir="t"/>
          </a:scene3d>
          <a:sp3d contourW="6350">
            <a:bevelT prst="slope"/>
          </a:sp3d>
        </p:spPr>
        <p:style>
          <a:lnRef idx="1">
            <a:schemeClr val="accent1"/>
          </a:lnRef>
          <a:fillRef idx="0">
            <a:schemeClr val="accent1"/>
          </a:fillRef>
          <a:effectRef idx="0">
            <a:schemeClr val="accent1"/>
          </a:effectRef>
          <a:fontRef idx="minor">
            <a:schemeClr val="tx1"/>
          </a:fontRef>
        </p:style>
      </p:cxnSp>
      <p:sp>
        <p:nvSpPr>
          <p:cNvPr id="9" name="Line 789"/>
          <p:cNvSpPr>
            <a:spLocks noChangeShapeType="1"/>
          </p:cNvSpPr>
          <p:nvPr userDrawn="1"/>
        </p:nvSpPr>
        <p:spPr bwMode="auto">
          <a:xfrm>
            <a:off x="677333" y="6629400"/>
            <a:ext cx="10905067" cy="22591"/>
          </a:xfrm>
          <a:prstGeom prst="line">
            <a:avLst/>
          </a:prstGeom>
          <a:noFill/>
          <a:ln w="57150" cmpd="thickThin">
            <a:solidFill>
              <a:srgbClr val="A30000"/>
            </a:solidFill>
            <a:round/>
            <a:headEnd/>
            <a:tailEnd/>
          </a:ln>
          <a:effectLst/>
        </p:spPr>
        <p:txBody>
          <a:bodyPr wrap="none" anchor="ctr"/>
          <a:lstStyle/>
          <a:p>
            <a:pPr algn="ctr">
              <a:lnSpc>
                <a:spcPct val="65000"/>
              </a:lnSpc>
              <a:defRPr/>
            </a:pPr>
            <a:endParaRPr lang="en-US" sz="1350">
              <a:solidFill>
                <a:srgbClr val="000000"/>
              </a:solidFill>
            </a:endParaRPr>
          </a:p>
        </p:txBody>
      </p:sp>
      <p:sp>
        <p:nvSpPr>
          <p:cNvPr id="10" name="Text Placeholder 11"/>
          <p:cNvSpPr>
            <a:spLocks noGrp="1"/>
          </p:cNvSpPr>
          <p:nvPr>
            <p:ph type="body" sz="quarter" idx="10" hasCustomPrompt="1"/>
          </p:nvPr>
        </p:nvSpPr>
        <p:spPr>
          <a:xfrm>
            <a:off x="-653" y="6673839"/>
            <a:ext cx="1839912" cy="165744"/>
          </a:xfrm>
          <a:prstGeom prst="rect">
            <a:avLst/>
          </a:prstGeom>
        </p:spPr>
        <p:txBody>
          <a:bodyPr/>
          <a:lstStyle>
            <a:lvl1pPr marL="0" indent="0">
              <a:buNone/>
              <a:defRPr sz="1000"/>
            </a:lvl1pPr>
          </a:lstStyle>
          <a:p>
            <a:pPr lvl="0"/>
            <a:r>
              <a:rPr lang="en-US"/>
              <a:t>OPR: </a:t>
            </a:r>
          </a:p>
        </p:txBody>
      </p:sp>
      <p:sp>
        <p:nvSpPr>
          <p:cNvPr id="11" name="Text Placeholder 11"/>
          <p:cNvSpPr>
            <a:spLocks noGrp="1"/>
          </p:cNvSpPr>
          <p:nvPr>
            <p:ph type="body" sz="quarter" idx="11" hasCustomPrompt="1"/>
          </p:nvPr>
        </p:nvSpPr>
        <p:spPr>
          <a:xfrm>
            <a:off x="10663988" y="6675880"/>
            <a:ext cx="1528011" cy="165744"/>
          </a:xfrm>
          <a:prstGeom prst="rect">
            <a:avLst/>
          </a:prstGeom>
        </p:spPr>
        <p:txBody>
          <a:bodyPr/>
          <a:lstStyle>
            <a:lvl1pPr marL="0" indent="0">
              <a:buNone/>
              <a:defRPr sz="1000"/>
            </a:lvl1pPr>
          </a:lstStyle>
          <a:p>
            <a:pPr lvl="0"/>
            <a:r>
              <a:rPr lang="en-US"/>
              <a:t>CAO: </a:t>
            </a:r>
          </a:p>
        </p:txBody>
      </p:sp>
      <p:pic>
        <p:nvPicPr>
          <p:cNvPr id="3" name="Picture 2" descr="Logo, arrow&#10;&#10;Description automatically generated">
            <a:extLst>
              <a:ext uri="{FF2B5EF4-FFF2-40B4-BE49-F238E27FC236}">
                <a16:creationId xmlns:a16="http://schemas.microsoft.com/office/drawing/2014/main" id="{2AB0E12F-902C-A35E-5D4A-4A62C04208E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9838" y="35201"/>
            <a:ext cx="880148" cy="736396"/>
          </a:xfrm>
          <a:prstGeom prst="rect">
            <a:avLst/>
          </a:prstGeom>
        </p:spPr>
      </p:pic>
      <p:pic>
        <p:nvPicPr>
          <p:cNvPr id="6" name="Picture 5">
            <a:extLst>
              <a:ext uri="{FF2B5EF4-FFF2-40B4-BE49-F238E27FC236}">
                <a16:creationId xmlns:a16="http://schemas.microsoft.com/office/drawing/2014/main" id="{3CEA29DF-0035-80E3-565A-10F9A47D99BE}"/>
              </a:ext>
            </a:extLst>
          </p:cNvPr>
          <p:cNvPicPr>
            <a:picLocks noChangeAspect="1"/>
          </p:cNvPicPr>
          <p:nvPr userDrawn="1"/>
        </p:nvPicPr>
        <p:blipFill>
          <a:blip r:embed="rId3"/>
          <a:stretch>
            <a:fillRect/>
          </a:stretch>
        </p:blipFill>
        <p:spPr>
          <a:xfrm>
            <a:off x="11204075" y="-48872"/>
            <a:ext cx="864388" cy="864388"/>
          </a:xfrm>
          <a:prstGeom prst="rect">
            <a:avLst/>
          </a:prstGeom>
        </p:spPr>
      </p:pic>
    </p:spTree>
    <p:extLst>
      <p:ext uri="{BB962C8B-B14F-4D97-AF65-F5344CB8AC3E}">
        <p14:creationId xmlns:p14="http://schemas.microsoft.com/office/powerpoint/2010/main" val="2247476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UNCLASS//FOUO">
    <p:spTree>
      <p:nvGrpSpPr>
        <p:cNvPr id="1" name=""/>
        <p:cNvGrpSpPr/>
        <p:nvPr/>
      </p:nvGrpSpPr>
      <p:grpSpPr>
        <a:xfrm>
          <a:off x="0" y="0"/>
          <a:ext cx="0" cy="0"/>
          <a:chOff x="0" y="0"/>
          <a:chExt cx="0" cy="0"/>
        </a:xfrm>
      </p:grpSpPr>
      <p:sp>
        <p:nvSpPr>
          <p:cNvPr id="7" name="hc" descr="SECRET"/>
          <p:cNvSpPr txBox="1"/>
          <p:nvPr userDrawn="1"/>
        </p:nvSpPr>
        <p:spPr>
          <a:xfrm>
            <a:off x="199" y="10303"/>
            <a:ext cx="12191603" cy="246221"/>
          </a:xfrm>
          <a:prstGeom prst="rect">
            <a:avLst/>
          </a:prstGeom>
          <a:noFill/>
        </p:spPr>
        <p:txBody>
          <a:bodyPr vert="horz" rtlCol="0">
            <a:spAutoFit/>
          </a:bodyPr>
          <a:lstStyle/>
          <a:p>
            <a:pPr marL="0" marR="0" lvl="0" indent="0" algn="ctr" defTabSz="914391"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B050"/>
                </a:solidFill>
                <a:effectLst/>
                <a:uLnTx/>
                <a:uFillTx/>
                <a:latin typeface="Arial" panose="020B0604020202020204" pitchFamily="34" charset="0"/>
                <a:ea typeface="Tahoma" panose="020B0604030504040204" pitchFamily="34" charset="0"/>
                <a:cs typeface="Arial" panose="020B0604020202020204" pitchFamily="34" charset="0"/>
              </a:rPr>
              <a:t>UNCLASSIFIED // FOUO</a:t>
            </a:r>
          </a:p>
        </p:txBody>
      </p:sp>
      <p:sp>
        <p:nvSpPr>
          <p:cNvPr id="8" name="hc" descr="SECRET"/>
          <p:cNvSpPr txBox="1"/>
          <p:nvPr userDrawn="1"/>
        </p:nvSpPr>
        <p:spPr>
          <a:xfrm>
            <a:off x="199" y="6628144"/>
            <a:ext cx="12191603" cy="246221"/>
          </a:xfrm>
          <a:prstGeom prst="rect">
            <a:avLst/>
          </a:prstGeom>
          <a:noFill/>
        </p:spPr>
        <p:txBody>
          <a:bodyPr vert="horz" rtlCol="0">
            <a:spAutoFit/>
          </a:bodyPr>
          <a:lstStyle/>
          <a:p>
            <a:pPr marL="0" marR="0" lvl="0" indent="0" algn="ctr" defTabSz="914391"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B050"/>
                </a:solidFill>
                <a:effectLst/>
                <a:uLnTx/>
                <a:uFillTx/>
                <a:latin typeface="Arial" panose="020B0604020202020204" pitchFamily="34" charset="0"/>
                <a:ea typeface="Tahoma" panose="020B0604030504040204" pitchFamily="34" charset="0"/>
                <a:cs typeface="Arial" panose="020B0604020202020204" pitchFamily="34" charset="0"/>
              </a:rPr>
              <a:t>UNCLASSIFIED // FOUO</a:t>
            </a:r>
          </a:p>
        </p:txBody>
      </p:sp>
      <p:sp>
        <p:nvSpPr>
          <p:cNvPr id="11" name="Title 7"/>
          <p:cNvSpPr>
            <a:spLocks noGrp="1"/>
          </p:cNvSpPr>
          <p:nvPr>
            <p:ph type="title"/>
          </p:nvPr>
        </p:nvSpPr>
        <p:spPr>
          <a:xfrm>
            <a:off x="838200" y="273399"/>
            <a:ext cx="10515600" cy="518453"/>
          </a:xfrm>
          <a:prstGeom prst="rect">
            <a:avLst/>
          </a:prstGeom>
        </p:spPr>
        <p:txBody>
          <a:bodyPr/>
          <a:lstStyle>
            <a:lvl1pPr>
              <a:defRPr b="1"/>
            </a:lvl1pPr>
          </a:lstStyle>
          <a:p>
            <a:r>
              <a:rPr lang="en-US"/>
              <a:t>Click to edit Master title style</a:t>
            </a:r>
          </a:p>
        </p:txBody>
      </p:sp>
      <p:cxnSp>
        <p:nvCxnSpPr>
          <p:cNvPr id="10" name="Straight Connector 9"/>
          <p:cNvCxnSpPr/>
          <p:nvPr userDrawn="1"/>
        </p:nvCxnSpPr>
        <p:spPr>
          <a:xfrm>
            <a:off x="-15547" y="795486"/>
            <a:ext cx="12207548" cy="10886"/>
          </a:xfrm>
          <a:prstGeom prst="line">
            <a:avLst/>
          </a:prstGeom>
          <a:ln w="53975" cmpd="dbl">
            <a:solidFill>
              <a:srgbClr val="FF0000"/>
            </a:solidFill>
            <a:prstDash val="solid"/>
          </a:ln>
          <a:scene3d>
            <a:camera prst="orthographicFront"/>
            <a:lightRig rig="threePt" dir="t"/>
          </a:scene3d>
          <a:sp3d contourW="6350">
            <a:bevelT prst="slope"/>
          </a:sp3d>
        </p:spPr>
        <p:style>
          <a:lnRef idx="1">
            <a:schemeClr val="accent1"/>
          </a:lnRef>
          <a:fillRef idx="0">
            <a:schemeClr val="accent1"/>
          </a:fillRef>
          <a:effectRef idx="0">
            <a:schemeClr val="accent1"/>
          </a:effectRef>
          <a:fontRef idx="minor">
            <a:schemeClr val="tx1"/>
          </a:fontRef>
        </p:style>
      </p:cxnSp>
      <p:sp>
        <p:nvSpPr>
          <p:cNvPr id="12" name="Line 789"/>
          <p:cNvSpPr>
            <a:spLocks noChangeShapeType="1"/>
          </p:cNvSpPr>
          <p:nvPr userDrawn="1"/>
        </p:nvSpPr>
        <p:spPr bwMode="auto">
          <a:xfrm>
            <a:off x="677333" y="6629400"/>
            <a:ext cx="10905067" cy="22591"/>
          </a:xfrm>
          <a:prstGeom prst="line">
            <a:avLst/>
          </a:prstGeom>
          <a:noFill/>
          <a:ln w="57150" cmpd="thickThin">
            <a:solidFill>
              <a:srgbClr val="A30000"/>
            </a:solidFill>
            <a:round/>
            <a:headEnd/>
            <a:tailEnd/>
          </a:ln>
          <a:effectLst/>
        </p:spPr>
        <p:txBody>
          <a:bodyPr wrap="none" anchor="ctr"/>
          <a:lstStyle/>
          <a:p>
            <a:pPr algn="ctr">
              <a:lnSpc>
                <a:spcPct val="65000"/>
              </a:lnSpc>
              <a:defRPr/>
            </a:pPr>
            <a:endParaRPr lang="en-US" sz="1350">
              <a:solidFill>
                <a:srgbClr val="000000"/>
              </a:solidFill>
            </a:endParaRPr>
          </a:p>
        </p:txBody>
      </p:sp>
      <p:sp>
        <p:nvSpPr>
          <p:cNvPr id="13" name="Text Placeholder 11"/>
          <p:cNvSpPr>
            <a:spLocks noGrp="1"/>
          </p:cNvSpPr>
          <p:nvPr>
            <p:ph type="body" sz="quarter" idx="10" hasCustomPrompt="1"/>
          </p:nvPr>
        </p:nvSpPr>
        <p:spPr>
          <a:xfrm>
            <a:off x="-653" y="6673839"/>
            <a:ext cx="1839912" cy="165744"/>
          </a:xfrm>
          <a:prstGeom prst="rect">
            <a:avLst/>
          </a:prstGeom>
        </p:spPr>
        <p:txBody>
          <a:bodyPr/>
          <a:lstStyle>
            <a:lvl1pPr marL="0" indent="0">
              <a:buNone/>
              <a:defRPr sz="1000"/>
            </a:lvl1pPr>
          </a:lstStyle>
          <a:p>
            <a:pPr lvl="0"/>
            <a:r>
              <a:rPr lang="en-US"/>
              <a:t>OPR: </a:t>
            </a:r>
          </a:p>
        </p:txBody>
      </p:sp>
      <p:sp>
        <p:nvSpPr>
          <p:cNvPr id="14" name="Text Placeholder 11"/>
          <p:cNvSpPr>
            <a:spLocks noGrp="1"/>
          </p:cNvSpPr>
          <p:nvPr>
            <p:ph type="body" sz="quarter" idx="11" hasCustomPrompt="1"/>
          </p:nvPr>
        </p:nvSpPr>
        <p:spPr>
          <a:xfrm>
            <a:off x="10663988" y="6675880"/>
            <a:ext cx="1528011" cy="165744"/>
          </a:xfrm>
          <a:prstGeom prst="rect">
            <a:avLst/>
          </a:prstGeom>
        </p:spPr>
        <p:txBody>
          <a:bodyPr/>
          <a:lstStyle>
            <a:lvl1pPr marL="0" indent="0">
              <a:buNone/>
              <a:defRPr sz="1000"/>
            </a:lvl1pPr>
          </a:lstStyle>
          <a:p>
            <a:pPr lvl="0"/>
            <a:r>
              <a:rPr lang="en-US"/>
              <a:t>CAO: </a:t>
            </a:r>
          </a:p>
        </p:txBody>
      </p:sp>
      <p:pic>
        <p:nvPicPr>
          <p:cNvPr id="2" name="Picture 1" descr="Logo, arrow&#10;&#10;Description automatically generated">
            <a:extLst>
              <a:ext uri="{FF2B5EF4-FFF2-40B4-BE49-F238E27FC236}">
                <a16:creationId xmlns:a16="http://schemas.microsoft.com/office/drawing/2014/main" id="{B34E502F-4E60-F325-0B9D-FF0023EB45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9838" y="35201"/>
            <a:ext cx="880148" cy="736396"/>
          </a:xfrm>
          <a:prstGeom prst="rect">
            <a:avLst/>
          </a:prstGeom>
        </p:spPr>
      </p:pic>
      <p:pic>
        <p:nvPicPr>
          <p:cNvPr id="4" name="Picture 3">
            <a:extLst>
              <a:ext uri="{FF2B5EF4-FFF2-40B4-BE49-F238E27FC236}">
                <a16:creationId xmlns:a16="http://schemas.microsoft.com/office/drawing/2014/main" id="{DC01AA2B-0578-9CE9-5CE6-266BED5C4E20}"/>
              </a:ext>
            </a:extLst>
          </p:cNvPr>
          <p:cNvPicPr>
            <a:picLocks noChangeAspect="1"/>
          </p:cNvPicPr>
          <p:nvPr userDrawn="1"/>
        </p:nvPicPr>
        <p:blipFill>
          <a:blip r:embed="rId3"/>
          <a:stretch>
            <a:fillRect/>
          </a:stretch>
        </p:blipFill>
        <p:spPr>
          <a:xfrm>
            <a:off x="11204075" y="-48872"/>
            <a:ext cx="864388" cy="864388"/>
          </a:xfrm>
          <a:prstGeom prst="rect">
            <a:avLst/>
          </a:prstGeom>
        </p:spPr>
      </p:pic>
    </p:spTree>
    <p:extLst>
      <p:ext uri="{BB962C8B-B14F-4D97-AF65-F5344CB8AC3E}">
        <p14:creationId xmlns:p14="http://schemas.microsoft.com/office/powerpoint/2010/main" val="3485924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I">
    <p:spTree>
      <p:nvGrpSpPr>
        <p:cNvPr id="1" name=""/>
        <p:cNvGrpSpPr/>
        <p:nvPr/>
      </p:nvGrpSpPr>
      <p:grpSpPr>
        <a:xfrm>
          <a:off x="0" y="0"/>
          <a:ext cx="0" cy="0"/>
          <a:chOff x="0" y="0"/>
          <a:chExt cx="0" cy="0"/>
        </a:xfrm>
      </p:grpSpPr>
      <p:sp>
        <p:nvSpPr>
          <p:cNvPr id="8" name="Title 7"/>
          <p:cNvSpPr>
            <a:spLocks noGrp="1"/>
          </p:cNvSpPr>
          <p:nvPr>
            <p:ph type="title"/>
          </p:nvPr>
        </p:nvSpPr>
        <p:spPr>
          <a:xfrm>
            <a:off x="838200" y="273399"/>
            <a:ext cx="10515600" cy="518453"/>
          </a:xfrm>
          <a:prstGeom prst="rect">
            <a:avLst/>
          </a:prstGeom>
        </p:spPr>
        <p:txBody>
          <a:bodyPr/>
          <a:lstStyle>
            <a:lvl1pPr>
              <a:defRPr b="1"/>
            </a:lvl1pPr>
          </a:lstStyle>
          <a:p>
            <a:r>
              <a:rPr lang="en-US"/>
              <a:t>Click to edit Master title style</a:t>
            </a:r>
          </a:p>
        </p:txBody>
      </p:sp>
      <p:sp>
        <p:nvSpPr>
          <p:cNvPr id="9" name="Line 789"/>
          <p:cNvSpPr>
            <a:spLocks noChangeShapeType="1"/>
          </p:cNvSpPr>
          <p:nvPr userDrawn="1"/>
        </p:nvSpPr>
        <p:spPr bwMode="auto">
          <a:xfrm>
            <a:off x="677333" y="6629400"/>
            <a:ext cx="10905067" cy="22591"/>
          </a:xfrm>
          <a:prstGeom prst="line">
            <a:avLst/>
          </a:prstGeom>
          <a:noFill/>
          <a:ln w="57150" cmpd="thickThin">
            <a:solidFill>
              <a:srgbClr val="A30000"/>
            </a:solidFill>
            <a:round/>
            <a:headEnd/>
            <a:tailEnd/>
          </a:ln>
          <a:effectLst/>
        </p:spPr>
        <p:txBody>
          <a:bodyPr wrap="none" anchor="ctr"/>
          <a:lstStyle/>
          <a:p>
            <a:pPr algn="ctr">
              <a:lnSpc>
                <a:spcPct val="65000"/>
              </a:lnSpc>
              <a:defRPr/>
            </a:pPr>
            <a:endParaRPr lang="en-US" sz="1350">
              <a:solidFill>
                <a:srgbClr val="000000"/>
              </a:solidFill>
            </a:endParaRPr>
          </a:p>
        </p:txBody>
      </p:sp>
      <p:sp>
        <p:nvSpPr>
          <p:cNvPr id="10" name="Text Placeholder 11"/>
          <p:cNvSpPr>
            <a:spLocks noGrp="1"/>
          </p:cNvSpPr>
          <p:nvPr>
            <p:ph type="body" sz="quarter" idx="10" hasCustomPrompt="1"/>
          </p:nvPr>
        </p:nvSpPr>
        <p:spPr>
          <a:xfrm>
            <a:off x="-653" y="6673839"/>
            <a:ext cx="1839912" cy="165744"/>
          </a:xfrm>
          <a:prstGeom prst="rect">
            <a:avLst/>
          </a:prstGeom>
        </p:spPr>
        <p:txBody>
          <a:bodyPr/>
          <a:lstStyle>
            <a:lvl1pPr marL="0" indent="0">
              <a:buNone/>
              <a:defRPr sz="1000"/>
            </a:lvl1pPr>
          </a:lstStyle>
          <a:p>
            <a:pPr lvl="0"/>
            <a:r>
              <a:rPr lang="en-US"/>
              <a:t>OPR: </a:t>
            </a:r>
          </a:p>
        </p:txBody>
      </p:sp>
      <p:sp>
        <p:nvSpPr>
          <p:cNvPr id="11" name="Text Placeholder 11"/>
          <p:cNvSpPr>
            <a:spLocks noGrp="1"/>
          </p:cNvSpPr>
          <p:nvPr>
            <p:ph type="body" sz="quarter" idx="11" hasCustomPrompt="1"/>
          </p:nvPr>
        </p:nvSpPr>
        <p:spPr>
          <a:xfrm>
            <a:off x="10663988" y="6675880"/>
            <a:ext cx="1528011" cy="165744"/>
          </a:xfrm>
          <a:prstGeom prst="rect">
            <a:avLst/>
          </a:prstGeom>
        </p:spPr>
        <p:txBody>
          <a:bodyPr/>
          <a:lstStyle>
            <a:lvl1pPr marL="0" indent="0">
              <a:buNone/>
              <a:defRPr sz="1000"/>
            </a:lvl1pPr>
          </a:lstStyle>
          <a:p>
            <a:pPr lvl="0"/>
            <a:r>
              <a:rPr lang="en-US"/>
              <a:t>CAO: </a:t>
            </a:r>
          </a:p>
        </p:txBody>
      </p:sp>
      <p:sp>
        <p:nvSpPr>
          <p:cNvPr id="12" name="hc" descr="SECRET"/>
          <p:cNvSpPr txBox="1"/>
          <p:nvPr userDrawn="1"/>
        </p:nvSpPr>
        <p:spPr>
          <a:xfrm>
            <a:off x="199" y="19828"/>
            <a:ext cx="12191603" cy="246221"/>
          </a:xfrm>
          <a:prstGeom prst="rect">
            <a:avLst/>
          </a:prstGeom>
          <a:noFill/>
        </p:spPr>
        <p:txBody>
          <a:bodyPr vert="horz" rtlCol="0">
            <a:spAutoFit/>
          </a:bodyPr>
          <a:lstStyle/>
          <a:p>
            <a:pPr marL="0" marR="0" lvl="0" indent="0" algn="ctr" defTabSz="914391"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7030A0"/>
                </a:solidFill>
                <a:effectLst/>
                <a:uLnTx/>
                <a:uFillTx/>
                <a:latin typeface="Arial" panose="020B0604020202020204" pitchFamily="34" charset="0"/>
                <a:ea typeface="Tahoma" panose="020B0604030504040204" pitchFamily="34" charset="0"/>
                <a:cs typeface="Arial" panose="020B0604020202020204" pitchFamily="34" charset="0"/>
              </a:rPr>
              <a:t>CUI</a:t>
            </a:r>
          </a:p>
        </p:txBody>
      </p:sp>
      <p:sp>
        <p:nvSpPr>
          <p:cNvPr id="13" name="hc" descr="SECRET"/>
          <p:cNvSpPr txBox="1"/>
          <p:nvPr userDrawn="1"/>
        </p:nvSpPr>
        <p:spPr>
          <a:xfrm>
            <a:off x="199" y="6628144"/>
            <a:ext cx="12191603" cy="246221"/>
          </a:xfrm>
          <a:prstGeom prst="rect">
            <a:avLst/>
          </a:prstGeom>
          <a:noFill/>
        </p:spPr>
        <p:txBody>
          <a:bodyPr vert="horz" rtlCol="0">
            <a:spAutoFit/>
          </a:bodyPr>
          <a:lstStyle/>
          <a:p>
            <a:pPr marL="0" marR="0" lvl="0" indent="0" algn="ctr" defTabSz="914391"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7030A0"/>
                </a:solidFill>
                <a:effectLst/>
                <a:uLnTx/>
                <a:uFillTx/>
                <a:latin typeface="Arial" panose="020B0604020202020204" pitchFamily="34" charset="0"/>
                <a:ea typeface="Tahoma" panose="020B0604030504040204" pitchFamily="34" charset="0"/>
                <a:cs typeface="Arial" panose="020B0604020202020204" pitchFamily="34" charset="0"/>
              </a:rPr>
              <a:t>CUI</a:t>
            </a:r>
          </a:p>
        </p:txBody>
      </p:sp>
    </p:spTree>
    <p:extLst>
      <p:ext uri="{BB962C8B-B14F-4D97-AF65-F5344CB8AC3E}">
        <p14:creationId xmlns:p14="http://schemas.microsoft.com/office/powerpoint/2010/main" val="23761831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Comments ">
    <p:spTree>
      <p:nvGrpSpPr>
        <p:cNvPr id="1" name=""/>
        <p:cNvGrpSpPr/>
        <p:nvPr/>
      </p:nvGrpSpPr>
      <p:grpSpPr>
        <a:xfrm>
          <a:off x="0" y="0"/>
          <a:ext cx="0" cy="0"/>
          <a:chOff x="0" y="0"/>
          <a:chExt cx="0" cy="0"/>
        </a:xfrm>
      </p:grpSpPr>
      <p:sp>
        <p:nvSpPr>
          <p:cNvPr id="3" name="Title 7"/>
          <p:cNvSpPr>
            <a:spLocks noGrp="1"/>
          </p:cNvSpPr>
          <p:nvPr>
            <p:ph type="title" hasCustomPrompt="1"/>
          </p:nvPr>
        </p:nvSpPr>
        <p:spPr>
          <a:xfrm>
            <a:off x="838200" y="273399"/>
            <a:ext cx="10515600" cy="518453"/>
          </a:xfrm>
          <a:prstGeom prst="rect">
            <a:avLst/>
          </a:prstGeom>
        </p:spPr>
        <p:txBody>
          <a:bodyPr/>
          <a:lstStyle>
            <a:lvl1pPr>
              <a:defRPr b="1"/>
            </a:lvl1pPr>
          </a:lstStyle>
          <a:p>
            <a:r>
              <a:rPr lang="en-US"/>
              <a:t>Closing Comments</a:t>
            </a:r>
          </a:p>
        </p:txBody>
      </p:sp>
      <p:pic>
        <p:nvPicPr>
          <p:cNvPr id="4" name="Picture 3" descr="Colonel_insignia"/>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693634" y="2815168"/>
            <a:ext cx="3217126" cy="1667956"/>
          </a:xfrm>
          <a:prstGeom prst="rect">
            <a:avLst/>
          </a:prstGeom>
          <a:solidFill>
            <a:srgbClr val="FF0000"/>
          </a:solidFill>
          <a:ln>
            <a:noFill/>
          </a:ln>
        </p:spPr>
      </p:pic>
      <p:pic>
        <p:nvPicPr>
          <p:cNvPr id="5" name="Picture 4"/>
          <p:cNvPicPr>
            <a:picLocks noChangeAspect="1"/>
          </p:cNvPicPr>
          <p:nvPr userDrawn="1"/>
        </p:nvPicPr>
        <p:blipFill>
          <a:blip r:embed="rId3"/>
          <a:stretch>
            <a:fillRect/>
          </a:stretch>
        </p:blipFill>
        <p:spPr>
          <a:xfrm>
            <a:off x="7341652" y="2127601"/>
            <a:ext cx="1556397" cy="2535090"/>
          </a:xfrm>
          <a:prstGeom prst="rect">
            <a:avLst/>
          </a:prstGeom>
        </p:spPr>
      </p:pic>
      <p:sp>
        <p:nvSpPr>
          <p:cNvPr id="8" name="hc" descr="SECRET"/>
          <p:cNvSpPr txBox="1"/>
          <p:nvPr userDrawn="1"/>
        </p:nvSpPr>
        <p:spPr>
          <a:xfrm>
            <a:off x="199" y="10303"/>
            <a:ext cx="12191603" cy="246221"/>
          </a:xfrm>
          <a:prstGeom prst="rect">
            <a:avLst/>
          </a:prstGeom>
          <a:noFill/>
        </p:spPr>
        <p:txBody>
          <a:bodyPr vert="horz" rtlCol="0">
            <a:spAutoFit/>
          </a:bodyPr>
          <a:lstStyle/>
          <a:p>
            <a:pPr marL="0" marR="0" lvl="0" indent="0" algn="ctr" defTabSz="914391"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7030A0"/>
                </a:solidFill>
                <a:effectLst/>
                <a:uLnTx/>
                <a:uFillTx/>
                <a:latin typeface="Arial" panose="020B0604020202020204" pitchFamily="34" charset="0"/>
                <a:ea typeface="Tahoma" panose="020B0604030504040204" pitchFamily="34" charset="0"/>
                <a:cs typeface="Arial" panose="020B0604020202020204" pitchFamily="34" charset="0"/>
              </a:rPr>
              <a:t>CUI</a:t>
            </a:r>
            <a:endParaRPr kumimoji="0" lang="en-US" sz="1000" b="1" i="0" u="none" strike="noStrike" kern="1200" cap="none" spc="0" normalizeH="0" baseline="0" noProof="0">
              <a:ln>
                <a:noFill/>
              </a:ln>
              <a:solidFill>
                <a:srgbClr val="00B050"/>
              </a:solidFill>
              <a:effectLst/>
              <a:uLnTx/>
              <a:uFillTx/>
              <a:latin typeface="Arial" panose="020B0604020202020204" pitchFamily="34" charset="0"/>
              <a:ea typeface="Tahoma" panose="020B0604030504040204" pitchFamily="34" charset="0"/>
              <a:cs typeface="Arial" panose="020B0604020202020204" pitchFamily="34" charset="0"/>
            </a:endParaRPr>
          </a:p>
        </p:txBody>
      </p:sp>
      <p:sp>
        <p:nvSpPr>
          <p:cNvPr id="9" name="hc" descr="SECRET"/>
          <p:cNvSpPr txBox="1"/>
          <p:nvPr userDrawn="1"/>
        </p:nvSpPr>
        <p:spPr>
          <a:xfrm>
            <a:off x="199" y="6618619"/>
            <a:ext cx="12191603" cy="246221"/>
          </a:xfrm>
          <a:prstGeom prst="rect">
            <a:avLst/>
          </a:prstGeom>
          <a:noFill/>
        </p:spPr>
        <p:txBody>
          <a:bodyPr vert="horz" rtlCol="0">
            <a:spAutoFit/>
          </a:bodyPr>
          <a:lstStyle/>
          <a:p>
            <a:pPr marL="0" marR="0" lvl="0" indent="0" algn="ctr" defTabSz="914391"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7030A0"/>
                </a:solidFill>
                <a:effectLst/>
                <a:uLnTx/>
                <a:uFillTx/>
                <a:latin typeface="Arial" panose="020B0604020202020204" pitchFamily="34" charset="0"/>
                <a:ea typeface="Tahoma" panose="020B0604030504040204" pitchFamily="34" charset="0"/>
                <a:cs typeface="Arial" panose="020B0604020202020204" pitchFamily="34" charset="0"/>
              </a:rPr>
              <a:t>CUI</a:t>
            </a:r>
            <a:endParaRPr kumimoji="0" lang="en-US" sz="1000" b="1" i="0" u="none" strike="noStrike" kern="1200" cap="none" spc="0" normalizeH="0" baseline="0" noProof="0">
              <a:ln>
                <a:noFill/>
              </a:ln>
              <a:solidFill>
                <a:srgbClr val="00B050"/>
              </a:solidFill>
              <a:effectLst/>
              <a:uLnTx/>
              <a:uFillTx/>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8744169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C0245B6-FD70-483E-B427-E60137219475}" type="datetimeFigureOut">
              <a:rPr lang="en-US" smtClean="0"/>
              <a:t>4/23/2025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371174D-EB6F-44C0-8A04-CFAE32D289C9}" type="slidenum">
              <a:rPr lang="en-US" smtClean="0"/>
              <a:t>‹#›</a:t>
            </a:fld>
            <a:endParaRPr lang="en-US"/>
          </a:p>
        </p:txBody>
      </p:sp>
    </p:spTree>
    <p:extLst>
      <p:ext uri="{BB962C8B-B14F-4D97-AF65-F5344CB8AC3E}">
        <p14:creationId xmlns:p14="http://schemas.microsoft.com/office/powerpoint/2010/main" val="2122300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5"/>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5"/>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a:xfrm>
            <a:off x="4914475" y="6704112"/>
            <a:ext cx="2363047" cy="153888"/>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26BD061D-A6C8-42EC-A760-559862984C05}" type="slidenum">
              <a:rPr lang="en-US" smtClean="0"/>
              <a:t>‹#›</a:t>
            </a:fld>
            <a:endParaRPr lang="en-US"/>
          </a:p>
        </p:txBody>
      </p:sp>
    </p:spTree>
    <p:extLst>
      <p:ext uri="{BB962C8B-B14F-4D97-AF65-F5344CB8AC3E}">
        <p14:creationId xmlns:p14="http://schemas.microsoft.com/office/powerpoint/2010/main" val="836921988"/>
      </p:ext>
    </p:extLst>
  </p:cSld>
  <p:clrMapOvr>
    <a:masterClrMapping/>
  </p:clrMapOvr>
  <mc:AlternateContent xmlns:mc="http://schemas.openxmlformats.org/markup-compatibility/2006" xmlns:p14="http://schemas.microsoft.com/office/powerpoint/2010/main">
    <mc:Choice Requires="p14">
      <p:transition spd="slow" p14:dur="2000" advTm="10000"/>
    </mc:Choice>
    <mc:Fallback xmlns="">
      <p:transition spd="slow" advTm="10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S//REL USA, FVEY">
    <p:spTree>
      <p:nvGrpSpPr>
        <p:cNvPr id="1" name=""/>
        <p:cNvGrpSpPr/>
        <p:nvPr/>
      </p:nvGrpSpPr>
      <p:grpSpPr>
        <a:xfrm>
          <a:off x="0" y="0"/>
          <a:ext cx="0" cy="0"/>
          <a:chOff x="0" y="0"/>
          <a:chExt cx="0" cy="0"/>
        </a:xfrm>
      </p:grpSpPr>
      <p:sp>
        <p:nvSpPr>
          <p:cNvPr id="2" name="hc" descr="SECRET"/>
          <p:cNvSpPr txBox="1"/>
          <p:nvPr/>
        </p:nvSpPr>
        <p:spPr>
          <a:xfrm>
            <a:off x="199" y="10303"/>
            <a:ext cx="12191603" cy="246221"/>
          </a:xfrm>
          <a:prstGeom prst="rect">
            <a:avLst/>
          </a:prstGeom>
          <a:noFill/>
        </p:spPr>
        <p:txBody>
          <a:bodyPr vert="horz" rtlCol="0">
            <a:spAutoFit/>
          </a:bodyPr>
          <a:lstStyle/>
          <a:p>
            <a:pPr marL="0" marR="0" lvl="0" indent="0" algn="ctr" defTabSz="914391"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0000"/>
                </a:solidFill>
                <a:effectLst/>
                <a:uLnTx/>
                <a:uFillTx/>
                <a:latin typeface="Arial" panose="020B0604020202020204" pitchFamily="34" charset="0"/>
                <a:ea typeface="Tahoma" panose="020B0604030504040204" pitchFamily="34" charset="0"/>
                <a:cs typeface="Arial" panose="020B0604020202020204" pitchFamily="34" charset="0"/>
              </a:rPr>
              <a:t>SECRET // REL USA, FVEY</a:t>
            </a:r>
          </a:p>
        </p:txBody>
      </p:sp>
      <p:sp>
        <p:nvSpPr>
          <p:cNvPr id="5" name="hc" descr="SECRET"/>
          <p:cNvSpPr txBox="1"/>
          <p:nvPr userDrawn="1"/>
        </p:nvSpPr>
        <p:spPr>
          <a:xfrm>
            <a:off x="199" y="6628144"/>
            <a:ext cx="12191603" cy="246221"/>
          </a:xfrm>
          <a:prstGeom prst="rect">
            <a:avLst/>
          </a:prstGeom>
          <a:noFill/>
        </p:spPr>
        <p:txBody>
          <a:bodyPr vert="horz" rtlCol="0">
            <a:spAutoFit/>
          </a:bodyPr>
          <a:lstStyle/>
          <a:p>
            <a:pPr marL="0" marR="0" lvl="0" indent="0" algn="ctr" defTabSz="914391"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0000"/>
                </a:solidFill>
                <a:effectLst/>
                <a:uLnTx/>
                <a:uFillTx/>
                <a:latin typeface="Arial" panose="020B0604020202020204" pitchFamily="34" charset="0"/>
                <a:ea typeface="Tahoma" panose="020B0604030504040204" pitchFamily="34" charset="0"/>
                <a:cs typeface="Arial" panose="020B0604020202020204" pitchFamily="34" charset="0"/>
              </a:rPr>
              <a:t>SECRET // REL USA, FVEY</a:t>
            </a:r>
          </a:p>
        </p:txBody>
      </p:sp>
      <p:sp>
        <p:nvSpPr>
          <p:cNvPr id="9" name="Title 7"/>
          <p:cNvSpPr>
            <a:spLocks noGrp="1"/>
          </p:cNvSpPr>
          <p:nvPr>
            <p:ph type="title"/>
          </p:nvPr>
        </p:nvSpPr>
        <p:spPr>
          <a:xfrm>
            <a:off x="838200" y="273399"/>
            <a:ext cx="10515600" cy="518453"/>
          </a:xfrm>
          <a:prstGeom prst="rect">
            <a:avLst/>
          </a:prstGeom>
        </p:spPr>
        <p:txBody>
          <a:bodyPr/>
          <a:lstStyle>
            <a:lvl1pPr>
              <a:defRPr b="1"/>
            </a:lvl1pPr>
          </a:lstStyle>
          <a:p>
            <a:r>
              <a:rPr lang="en-US"/>
              <a:t>Click to edit Master title style</a:t>
            </a:r>
          </a:p>
        </p:txBody>
      </p:sp>
      <p:cxnSp>
        <p:nvCxnSpPr>
          <p:cNvPr id="8" name="Straight Connector 7"/>
          <p:cNvCxnSpPr/>
          <p:nvPr userDrawn="1"/>
        </p:nvCxnSpPr>
        <p:spPr>
          <a:xfrm>
            <a:off x="-15547" y="795486"/>
            <a:ext cx="12207548" cy="10886"/>
          </a:xfrm>
          <a:prstGeom prst="line">
            <a:avLst/>
          </a:prstGeom>
          <a:ln w="53975" cmpd="dbl">
            <a:solidFill>
              <a:srgbClr val="FF0000"/>
            </a:solidFill>
            <a:prstDash val="solid"/>
          </a:ln>
          <a:scene3d>
            <a:camera prst="orthographicFront"/>
            <a:lightRig rig="threePt" dir="t"/>
          </a:scene3d>
          <a:sp3d contourW="6350">
            <a:bevelT prst="slope"/>
          </a:sp3d>
        </p:spPr>
        <p:style>
          <a:lnRef idx="1">
            <a:schemeClr val="accent1"/>
          </a:lnRef>
          <a:fillRef idx="0">
            <a:schemeClr val="accent1"/>
          </a:fillRef>
          <a:effectRef idx="0">
            <a:schemeClr val="accent1"/>
          </a:effectRef>
          <a:fontRef idx="minor">
            <a:schemeClr val="tx1"/>
          </a:fontRef>
        </p:style>
      </p:cxnSp>
      <p:sp>
        <p:nvSpPr>
          <p:cNvPr id="10" name="Line 789"/>
          <p:cNvSpPr>
            <a:spLocks noChangeShapeType="1"/>
          </p:cNvSpPr>
          <p:nvPr userDrawn="1"/>
        </p:nvSpPr>
        <p:spPr bwMode="auto">
          <a:xfrm>
            <a:off x="677333" y="6629400"/>
            <a:ext cx="10905067" cy="22591"/>
          </a:xfrm>
          <a:prstGeom prst="line">
            <a:avLst/>
          </a:prstGeom>
          <a:noFill/>
          <a:ln w="57150" cmpd="thickThin">
            <a:solidFill>
              <a:srgbClr val="A30000"/>
            </a:solidFill>
            <a:round/>
            <a:headEnd/>
            <a:tailEnd/>
          </a:ln>
          <a:effectLst/>
        </p:spPr>
        <p:txBody>
          <a:bodyPr wrap="none" anchor="ctr"/>
          <a:lstStyle/>
          <a:p>
            <a:pPr algn="ctr">
              <a:lnSpc>
                <a:spcPct val="65000"/>
              </a:lnSpc>
              <a:defRPr/>
            </a:pPr>
            <a:endParaRPr lang="en-US" sz="1350">
              <a:solidFill>
                <a:srgbClr val="000000"/>
              </a:solidFill>
            </a:endParaRPr>
          </a:p>
        </p:txBody>
      </p:sp>
      <p:sp>
        <p:nvSpPr>
          <p:cNvPr id="12" name="Text Placeholder 11"/>
          <p:cNvSpPr>
            <a:spLocks noGrp="1"/>
          </p:cNvSpPr>
          <p:nvPr>
            <p:ph type="body" sz="quarter" idx="10" hasCustomPrompt="1"/>
          </p:nvPr>
        </p:nvSpPr>
        <p:spPr>
          <a:xfrm>
            <a:off x="-653" y="6673839"/>
            <a:ext cx="1839912" cy="165744"/>
          </a:xfrm>
          <a:prstGeom prst="rect">
            <a:avLst/>
          </a:prstGeom>
        </p:spPr>
        <p:txBody>
          <a:bodyPr/>
          <a:lstStyle>
            <a:lvl1pPr marL="0" indent="0">
              <a:buNone/>
              <a:defRPr sz="1000"/>
            </a:lvl1pPr>
          </a:lstStyle>
          <a:p>
            <a:pPr lvl="0"/>
            <a:r>
              <a:rPr lang="en-US"/>
              <a:t>OPR: </a:t>
            </a:r>
          </a:p>
        </p:txBody>
      </p:sp>
      <p:sp>
        <p:nvSpPr>
          <p:cNvPr id="13" name="Text Placeholder 11"/>
          <p:cNvSpPr>
            <a:spLocks noGrp="1"/>
          </p:cNvSpPr>
          <p:nvPr>
            <p:ph type="body" sz="quarter" idx="11" hasCustomPrompt="1"/>
          </p:nvPr>
        </p:nvSpPr>
        <p:spPr>
          <a:xfrm>
            <a:off x="10663988" y="6675880"/>
            <a:ext cx="1528011" cy="165744"/>
          </a:xfrm>
          <a:prstGeom prst="rect">
            <a:avLst/>
          </a:prstGeom>
        </p:spPr>
        <p:txBody>
          <a:bodyPr/>
          <a:lstStyle>
            <a:lvl1pPr marL="0" indent="0">
              <a:buNone/>
              <a:defRPr sz="1000"/>
            </a:lvl1pPr>
          </a:lstStyle>
          <a:p>
            <a:pPr lvl="0"/>
            <a:r>
              <a:rPr lang="en-US"/>
              <a:t>CAO: </a:t>
            </a:r>
          </a:p>
        </p:txBody>
      </p:sp>
      <p:pic>
        <p:nvPicPr>
          <p:cNvPr id="4" name="Picture 3" descr="Logo, arrow&#10;&#10;Description automatically generated">
            <a:extLst>
              <a:ext uri="{FF2B5EF4-FFF2-40B4-BE49-F238E27FC236}">
                <a16:creationId xmlns:a16="http://schemas.microsoft.com/office/drawing/2014/main" id="{E683EDB4-9744-C26C-52EC-EA8671AAE40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9838" y="35201"/>
            <a:ext cx="880148" cy="736396"/>
          </a:xfrm>
          <a:prstGeom prst="rect">
            <a:avLst/>
          </a:prstGeom>
        </p:spPr>
      </p:pic>
      <p:pic>
        <p:nvPicPr>
          <p:cNvPr id="6" name="Picture 5">
            <a:extLst>
              <a:ext uri="{FF2B5EF4-FFF2-40B4-BE49-F238E27FC236}">
                <a16:creationId xmlns:a16="http://schemas.microsoft.com/office/drawing/2014/main" id="{5422D3DD-2307-16C2-6D38-08BF40997DBD}"/>
              </a:ext>
            </a:extLst>
          </p:cNvPr>
          <p:cNvPicPr>
            <a:picLocks noChangeAspect="1"/>
          </p:cNvPicPr>
          <p:nvPr userDrawn="1"/>
        </p:nvPicPr>
        <p:blipFill>
          <a:blip r:embed="rId3"/>
          <a:stretch>
            <a:fillRect/>
          </a:stretch>
        </p:blipFill>
        <p:spPr>
          <a:xfrm>
            <a:off x="11204075" y="-48872"/>
            <a:ext cx="864388" cy="864388"/>
          </a:xfrm>
          <a:prstGeom prst="rect">
            <a:avLst/>
          </a:prstGeom>
        </p:spPr>
      </p:pic>
    </p:spTree>
    <p:extLst>
      <p:ext uri="{BB962C8B-B14F-4D97-AF65-F5344CB8AC3E}">
        <p14:creationId xmlns:p14="http://schemas.microsoft.com/office/powerpoint/2010/main" val="28076629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_S//NF">
    <p:spTree>
      <p:nvGrpSpPr>
        <p:cNvPr id="1" name=""/>
        <p:cNvGrpSpPr/>
        <p:nvPr/>
      </p:nvGrpSpPr>
      <p:grpSpPr>
        <a:xfrm>
          <a:off x="0" y="0"/>
          <a:ext cx="0" cy="0"/>
          <a:chOff x="0" y="0"/>
          <a:chExt cx="0" cy="0"/>
        </a:xfrm>
      </p:grpSpPr>
      <p:sp>
        <p:nvSpPr>
          <p:cNvPr id="12" name="Title 7"/>
          <p:cNvSpPr>
            <a:spLocks noGrp="1"/>
          </p:cNvSpPr>
          <p:nvPr>
            <p:ph type="title"/>
          </p:nvPr>
        </p:nvSpPr>
        <p:spPr>
          <a:xfrm>
            <a:off x="838200" y="273399"/>
            <a:ext cx="10515600" cy="518453"/>
          </a:xfrm>
          <a:prstGeom prst="rect">
            <a:avLst/>
          </a:prstGeom>
        </p:spPr>
        <p:txBody>
          <a:bodyPr/>
          <a:lstStyle>
            <a:lvl1pPr>
              <a:defRPr b="1"/>
            </a:lvl1pPr>
          </a:lstStyle>
          <a:p>
            <a:r>
              <a:rPr lang="en-US"/>
              <a:t>Click to edit Master title style</a:t>
            </a:r>
          </a:p>
        </p:txBody>
      </p:sp>
      <p:cxnSp>
        <p:nvCxnSpPr>
          <p:cNvPr id="8" name="Straight Connector 7"/>
          <p:cNvCxnSpPr/>
          <p:nvPr userDrawn="1"/>
        </p:nvCxnSpPr>
        <p:spPr>
          <a:xfrm>
            <a:off x="-15547" y="795486"/>
            <a:ext cx="12207548" cy="10886"/>
          </a:xfrm>
          <a:prstGeom prst="line">
            <a:avLst/>
          </a:prstGeom>
          <a:ln w="53975" cmpd="dbl">
            <a:solidFill>
              <a:srgbClr val="FF0000"/>
            </a:solidFill>
            <a:prstDash val="solid"/>
          </a:ln>
          <a:scene3d>
            <a:camera prst="orthographicFront"/>
            <a:lightRig rig="threePt" dir="t"/>
          </a:scene3d>
          <a:sp3d contourW="6350">
            <a:bevelT prst="slope"/>
          </a:sp3d>
        </p:spPr>
        <p:style>
          <a:lnRef idx="1">
            <a:schemeClr val="accent1"/>
          </a:lnRef>
          <a:fillRef idx="0">
            <a:schemeClr val="accent1"/>
          </a:fillRef>
          <a:effectRef idx="0">
            <a:schemeClr val="accent1"/>
          </a:effectRef>
          <a:fontRef idx="minor">
            <a:schemeClr val="tx1"/>
          </a:fontRef>
        </p:style>
      </p:cxnSp>
      <p:sp>
        <p:nvSpPr>
          <p:cNvPr id="9" name="Line 789"/>
          <p:cNvSpPr>
            <a:spLocks noChangeShapeType="1"/>
          </p:cNvSpPr>
          <p:nvPr userDrawn="1"/>
        </p:nvSpPr>
        <p:spPr bwMode="auto">
          <a:xfrm>
            <a:off x="677333" y="6629400"/>
            <a:ext cx="10905067" cy="22591"/>
          </a:xfrm>
          <a:prstGeom prst="line">
            <a:avLst/>
          </a:prstGeom>
          <a:noFill/>
          <a:ln w="57150" cmpd="thickThin">
            <a:solidFill>
              <a:srgbClr val="A30000"/>
            </a:solidFill>
            <a:round/>
            <a:headEnd/>
            <a:tailEnd/>
          </a:ln>
          <a:effectLst/>
        </p:spPr>
        <p:txBody>
          <a:bodyPr wrap="none" anchor="ctr"/>
          <a:lstStyle/>
          <a:p>
            <a:pPr algn="ctr">
              <a:lnSpc>
                <a:spcPct val="65000"/>
              </a:lnSpc>
              <a:defRPr/>
            </a:pPr>
            <a:endParaRPr lang="en-US" sz="1350">
              <a:solidFill>
                <a:srgbClr val="000000"/>
              </a:solidFill>
            </a:endParaRPr>
          </a:p>
        </p:txBody>
      </p:sp>
      <p:sp>
        <p:nvSpPr>
          <p:cNvPr id="10" name="Text Placeholder 11"/>
          <p:cNvSpPr>
            <a:spLocks noGrp="1"/>
          </p:cNvSpPr>
          <p:nvPr>
            <p:ph type="body" sz="quarter" idx="10" hasCustomPrompt="1"/>
          </p:nvPr>
        </p:nvSpPr>
        <p:spPr>
          <a:xfrm>
            <a:off x="-653" y="6673839"/>
            <a:ext cx="1839912" cy="165744"/>
          </a:xfrm>
          <a:prstGeom prst="rect">
            <a:avLst/>
          </a:prstGeom>
        </p:spPr>
        <p:txBody>
          <a:bodyPr/>
          <a:lstStyle>
            <a:lvl1pPr marL="0" indent="0">
              <a:buNone/>
              <a:defRPr sz="1000"/>
            </a:lvl1pPr>
          </a:lstStyle>
          <a:p>
            <a:pPr lvl="0"/>
            <a:r>
              <a:rPr lang="en-US"/>
              <a:t>OPR: </a:t>
            </a:r>
          </a:p>
        </p:txBody>
      </p:sp>
      <p:sp>
        <p:nvSpPr>
          <p:cNvPr id="11" name="Text Placeholder 11"/>
          <p:cNvSpPr>
            <a:spLocks noGrp="1"/>
          </p:cNvSpPr>
          <p:nvPr>
            <p:ph type="body" sz="quarter" idx="11" hasCustomPrompt="1"/>
          </p:nvPr>
        </p:nvSpPr>
        <p:spPr>
          <a:xfrm>
            <a:off x="10663988" y="6675880"/>
            <a:ext cx="1528011" cy="165744"/>
          </a:xfrm>
          <a:prstGeom prst="rect">
            <a:avLst/>
          </a:prstGeom>
        </p:spPr>
        <p:txBody>
          <a:bodyPr/>
          <a:lstStyle>
            <a:lvl1pPr marL="0" indent="0">
              <a:buNone/>
              <a:defRPr sz="1000"/>
            </a:lvl1pPr>
          </a:lstStyle>
          <a:p>
            <a:pPr lvl="0"/>
            <a:r>
              <a:rPr lang="en-US"/>
              <a:t>CAO: </a:t>
            </a:r>
          </a:p>
        </p:txBody>
      </p:sp>
      <p:sp>
        <p:nvSpPr>
          <p:cNvPr id="13" name="hc" descr="SECRET"/>
          <p:cNvSpPr txBox="1"/>
          <p:nvPr userDrawn="1"/>
        </p:nvSpPr>
        <p:spPr>
          <a:xfrm>
            <a:off x="199" y="10303"/>
            <a:ext cx="12191603" cy="246221"/>
          </a:xfrm>
          <a:prstGeom prst="rect">
            <a:avLst/>
          </a:prstGeom>
          <a:noFill/>
        </p:spPr>
        <p:txBody>
          <a:bodyPr vert="horz" rtlCol="0">
            <a:spAutoFit/>
          </a:bodyPr>
          <a:lstStyle/>
          <a:p>
            <a:pPr marL="0" marR="0" lvl="0" indent="0" algn="ctr" defTabSz="914391"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0000"/>
                </a:solidFill>
                <a:effectLst/>
                <a:uLnTx/>
                <a:uFillTx/>
                <a:latin typeface="Arial" panose="020B0604020202020204" pitchFamily="34" charset="0"/>
                <a:ea typeface="Tahoma" panose="020B0604030504040204" pitchFamily="34" charset="0"/>
                <a:cs typeface="Arial" panose="020B0604020202020204" pitchFamily="34" charset="0"/>
              </a:rPr>
              <a:t>SECRET//NOFORN</a:t>
            </a:r>
          </a:p>
        </p:txBody>
      </p:sp>
      <p:sp>
        <p:nvSpPr>
          <p:cNvPr id="15" name="hc" descr="SECRET"/>
          <p:cNvSpPr txBox="1"/>
          <p:nvPr userDrawn="1"/>
        </p:nvSpPr>
        <p:spPr>
          <a:xfrm>
            <a:off x="199" y="6629400"/>
            <a:ext cx="12191603" cy="246221"/>
          </a:xfrm>
          <a:prstGeom prst="rect">
            <a:avLst/>
          </a:prstGeom>
          <a:noFill/>
        </p:spPr>
        <p:txBody>
          <a:bodyPr vert="horz" rtlCol="0">
            <a:spAutoFit/>
          </a:bodyPr>
          <a:lstStyle/>
          <a:p>
            <a:pPr marL="0" marR="0" lvl="0" indent="0" algn="ctr" defTabSz="914391"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0000"/>
                </a:solidFill>
                <a:effectLst/>
                <a:uLnTx/>
                <a:uFillTx/>
                <a:latin typeface="Arial" panose="020B0604020202020204" pitchFamily="34" charset="0"/>
                <a:ea typeface="Tahoma" panose="020B0604030504040204" pitchFamily="34" charset="0"/>
                <a:cs typeface="Arial" panose="020B0604020202020204" pitchFamily="34" charset="0"/>
              </a:rPr>
              <a:t>SECRET//NOFORN</a:t>
            </a:r>
          </a:p>
        </p:txBody>
      </p:sp>
      <p:pic>
        <p:nvPicPr>
          <p:cNvPr id="3" name="Picture 2" descr="Logo, arrow&#10;&#10;Description automatically generated">
            <a:extLst>
              <a:ext uri="{FF2B5EF4-FFF2-40B4-BE49-F238E27FC236}">
                <a16:creationId xmlns:a16="http://schemas.microsoft.com/office/drawing/2014/main" id="{A3E878BB-8252-C5EC-5B26-FFA2C584BE0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9838" y="35201"/>
            <a:ext cx="880148" cy="736396"/>
          </a:xfrm>
          <a:prstGeom prst="rect">
            <a:avLst/>
          </a:prstGeom>
        </p:spPr>
      </p:pic>
      <p:pic>
        <p:nvPicPr>
          <p:cNvPr id="4" name="Picture 3">
            <a:extLst>
              <a:ext uri="{FF2B5EF4-FFF2-40B4-BE49-F238E27FC236}">
                <a16:creationId xmlns:a16="http://schemas.microsoft.com/office/drawing/2014/main" id="{0A8D72F6-8E8F-AD73-4429-2694B3D59C49}"/>
              </a:ext>
            </a:extLst>
          </p:cNvPr>
          <p:cNvPicPr>
            <a:picLocks noChangeAspect="1"/>
          </p:cNvPicPr>
          <p:nvPr userDrawn="1"/>
        </p:nvPicPr>
        <p:blipFill>
          <a:blip r:embed="rId3"/>
          <a:stretch>
            <a:fillRect/>
          </a:stretch>
        </p:blipFill>
        <p:spPr>
          <a:xfrm>
            <a:off x="11204075" y="-48872"/>
            <a:ext cx="864388" cy="864388"/>
          </a:xfrm>
          <a:prstGeom prst="rect">
            <a:avLst/>
          </a:prstGeom>
        </p:spPr>
      </p:pic>
    </p:spTree>
    <p:extLst>
      <p:ext uri="{BB962C8B-B14F-4D97-AF65-F5344CB8AC3E}">
        <p14:creationId xmlns:p14="http://schemas.microsoft.com/office/powerpoint/2010/main" val="1803060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Unclassified">
    <p:spTree>
      <p:nvGrpSpPr>
        <p:cNvPr id="1" name=""/>
        <p:cNvGrpSpPr/>
        <p:nvPr/>
      </p:nvGrpSpPr>
      <p:grpSpPr>
        <a:xfrm>
          <a:off x="0" y="0"/>
          <a:ext cx="0" cy="0"/>
          <a:chOff x="0" y="0"/>
          <a:chExt cx="0" cy="0"/>
        </a:xfrm>
      </p:grpSpPr>
      <p:sp>
        <p:nvSpPr>
          <p:cNvPr id="4" name="hc" descr="SECRET"/>
          <p:cNvSpPr txBox="1"/>
          <p:nvPr userDrawn="1"/>
        </p:nvSpPr>
        <p:spPr>
          <a:xfrm>
            <a:off x="199" y="10303"/>
            <a:ext cx="12191603" cy="246221"/>
          </a:xfrm>
          <a:prstGeom prst="rect">
            <a:avLst/>
          </a:prstGeom>
          <a:noFill/>
        </p:spPr>
        <p:txBody>
          <a:bodyPr vert="horz" rtlCol="0">
            <a:spAutoFit/>
          </a:bodyPr>
          <a:lstStyle/>
          <a:p>
            <a:pPr marL="0" marR="0" lvl="0" indent="0" algn="ctr" defTabSz="914391"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B050"/>
                </a:solidFill>
                <a:effectLst/>
                <a:uLnTx/>
                <a:uFillTx/>
                <a:latin typeface="Arial" panose="020B0604020202020204" pitchFamily="34" charset="0"/>
                <a:ea typeface="Tahoma" panose="020B0604030504040204" pitchFamily="34" charset="0"/>
                <a:cs typeface="Arial" panose="020B0604020202020204" pitchFamily="34" charset="0"/>
              </a:rPr>
              <a:t>UNCLASSIFIED</a:t>
            </a:r>
          </a:p>
        </p:txBody>
      </p:sp>
      <p:sp>
        <p:nvSpPr>
          <p:cNvPr id="5" name="hc" descr="SECRET"/>
          <p:cNvSpPr txBox="1"/>
          <p:nvPr userDrawn="1"/>
        </p:nvSpPr>
        <p:spPr>
          <a:xfrm>
            <a:off x="199" y="6628144"/>
            <a:ext cx="12191603" cy="246221"/>
          </a:xfrm>
          <a:prstGeom prst="rect">
            <a:avLst/>
          </a:prstGeom>
          <a:noFill/>
        </p:spPr>
        <p:txBody>
          <a:bodyPr vert="horz" rtlCol="0">
            <a:spAutoFit/>
          </a:bodyPr>
          <a:lstStyle/>
          <a:p>
            <a:pPr marL="0" marR="0" lvl="0" indent="0" algn="ctr" defTabSz="914391"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B050"/>
                </a:solidFill>
                <a:effectLst/>
                <a:uLnTx/>
                <a:uFillTx/>
                <a:latin typeface="Arial" panose="020B0604020202020204" pitchFamily="34" charset="0"/>
                <a:ea typeface="Tahoma" panose="020B0604030504040204" pitchFamily="34" charset="0"/>
                <a:cs typeface="Arial" panose="020B0604020202020204" pitchFamily="34" charset="0"/>
              </a:rPr>
              <a:t>UNCLASSIFIED</a:t>
            </a:r>
          </a:p>
        </p:txBody>
      </p:sp>
      <p:sp>
        <p:nvSpPr>
          <p:cNvPr id="8" name="Title 7"/>
          <p:cNvSpPr>
            <a:spLocks noGrp="1"/>
          </p:cNvSpPr>
          <p:nvPr>
            <p:ph type="title"/>
          </p:nvPr>
        </p:nvSpPr>
        <p:spPr>
          <a:xfrm>
            <a:off x="838200" y="273399"/>
            <a:ext cx="10515600" cy="518453"/>
          </a:xfrm>
          <a:prstGeom prst="rect">
            <a:avLst/>
          </a:prstGeom>
        </p:spPr>
        <p:txBody>
          <a:bodyPr/>
          <a:lstStyle>
            <a:lvl1pPr>
              <a:defRPr b="1"/>
            </a:lvl1pPr>
          </a:lstStyle>
          <a:p>
            <a:r>
              <a:rPr lang="en-US"/>
              <a:t>Click to edit Master title style</a:t>
            </a:r>
          </a:p>
        </p:txBody>
      </p:sp>
      <p:cxnSp>
        <p:nvCxnSpPr>
          <p:cNvPr id="7" name="Straight Connector 6"/>
          <p:cNvCxnSpPr/>
          <p:nvPr userDrawn="1"/>
        </p:nvCxnSpPr>
        <p:spPr>
          <a:xfrm>
            <a:off x="-15547" y="795486"/>
            <a:ext cx="12207548" cy="10886"/>
          </a:xfrm>
          <a:prstGeom prst="line">
            <a:avLst/>
          </a:prstGeom>
          <a:ln w="53975" cmpd="dbl">
            <a:solidFill>
              <a:srgbClr val="FF0000"/>
            </a:solidFill>
            <a:prstDash val="solid"/>
          </a:ln>
          <a:scene3d>
            <a:camera prst="orthographicFront"/>
            <a:lightRig rig="threePt" dir="t"/>
          </a:scene3d>
          <a:sp3d contourW="6350">
            <a:bevelT prst="slope"/>
          </a:sp3d>
        </p:spPr>
        <p:style>
          <a:lnRef idx="1">
            <a:schemeClr val="accent1"/>
          </a:lnRef>
          <a:fillRef idx="0">
            <a:schemeClr val="accent1"/>
          </a:fillRef>
          <a:effectRef idx="0">
            <a:schemeClr val="accent1"/>
          </a:effectRef>
          <a:fontRef idx="minor">
            <a:schemeClr val="tx1"/>
          </a:fontRef>
        </p:style>
      </p:cxnSp>
      <p:sp>
        <p:nvSpPr>
          <p:cNvPr id="9" name="Line 789"/>
          <p:cNvSpPr>
            <a:spLocks noChangeShapeType="1"/>
          </p:cNvSpPr>
          <p:nvPr userDrawn="1"/>
        </p:nvSpPr>
        <p:spPr bwMode="auto">
          <a:xfrm>
            <a:off x="677333" y="6629400"/>
            <a:ext cx="10905067" cy="22591"/>
          </a:xfrm>
          <a:prstGeom prst="line">
            <a:avLst/>
          </a:prstGeom>
          <a:noFill/>
          <a:ln w="57150" cmpd="thickThin">
            <a:solidFill>
              <a:srgbClr val="A30000"/>
            </a:solidFill>
            <a:round/>
            <a:headEnd/>
            <a:tailEnd/>
          </a:ln>
          <a:effectLst/>
        </p:spPr>
        <p:txBody>
          <a:bodyPr wrap="none" anchor="ctr"/>
          <a:lstStyle/>
          <a:p>
            <a:pPr algn="ctr">
              <a:lnSpc>
                <a:spcPct val="65000"/>
              </a:lnSpc>
              <a:defRPr/>
            </a:pPr>
            <a:endParaRPr lang="en-US" sz="1350">
              <a:solidFill>
                <a:srgbClr val="000000"/>
              </a:solidFill>
            </a:endParaRPr>
          </a:p>
        </p:txBody>
      </p:sp>
      <p:sp>
        <p:nvSpPr>
          <p:cNvPr id="10" name="Text Placeholder 11"/>
          <p:cNvSpPr>
            <a:spLocks noGrp="1"/>
          </p:cNvSpPr>
          <p:nvPr>
            <p:ph type="body" sz="quarter" idx="10" hasCustomPrompt="1"/>
          </p:nvPr>
        </p:nvSpPr>
        <p:spPr>
          <a:xfrm>
            <a:off x="-653" y="6673839"/>
            <a:ext cx="1839912" cy="165744"/>
          </a:xfrm>
          <a:prstGeom prst="rect">
            <a:avLst/>
          </a:prstGeom>
        </p:spPr>
        <p:txBody>
          <a:bodyPr/>
          <a:lstStyle>
            <a:lvl1pPr marL="0" indent="0">
              <a:buNone/>
              <a:defRPr sz="1000"/>
            </a:lvl1pPr>
          </a:lstStyle>
          <a:p>
            <a:pPr lvl="0"/>
            <a:r>
              <a:rPr lang="en-US"/>
              <a:t>OPR: </a:t>
            </a:r>
          </a:p>
        </p:txBody>
      </p:sp>
      <p:sp>
        <p:nvSpPr>
          <p:cNvPr id="11" name="Text Placeholder 11"/>
          <p:cNvSpPr>
            <a:spLocks noGrp="1"/>
          </p:cNvSpPr>
          <p:nvPr>
            <p:ph type="body" sz="quarter" idx="11" hasCustomPrompt="1"/>
          </p:nvPr>
        </p:nvSpPr>
        <p:spPr>
          <a:xfrm>
            <a:off x="10663988" y="6675880"/>
            <a:ext cx="1528011" cy="165744"/>
          </a:xfrm>
          <a:prstGeom prst="rect">
            <a:avLst/>
          </a:prstGeom>
        </p:spPr>
        <p:txBody>
          <a:bodyPr/>
          <a:lstStyle>
            <a:lvl1pPr marL="0" indent="0">
              <a:buNone/>
              <a:defRPr sz="1000"/>
            </a:lvl1pPr>
          </a:lstStyle>
          <a:p>
            <a:pPr lvl="0"/>
            <a:r>
              <a:rPr lang="en-US"/>
              <a:t>CAO: </a:t>
            </a:r>
          </a:p>
        </p:txBody>
      </p:sp>
      <p:pic>
        <p:nvPicPr>
          <p:cNvPr id="3" name="Picture 2" descr="Logo, arrow&#10;&#10;Description automatically generated">
            <a:extLst>
              <a:ext uri="{FF2B5EF4-FFF2-40B4-BE49-F238E27FC236}">
                <a16:creationId xmlns:a16="http://schemas.microsoft.com/office/drawing/2014/main" id="{5E674414-9BD6-D1EC-921F-43E2419ADA9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9838" y="35201"/>
            <a:ext cx="880148" cy="736396"/>
          </a:xfrm>
          <a:prstGeom prst="rect">
            <a:avLst/>
          </a:prstGeom>
        </p:spPr>
      </p:pic>
      <p:pic>
        <p:nvPicPr>
          <p:cNvPr id="6" name="Picture 5">
            <a:extLst>
              <a:ext uri="{FF2B5EF4-FFF2-40B4-BE49-F238E27FC236}">
                <a16:creationId xmlns:a16="http://schemas.microsoft.com/office/drawing/2014/main" id="{B1BB9D14-BBE1-BE85-F841-55003934DCCA}"/>
              </a:ext>
            </a:extLst>
          </p:cNvPr>
          <p:cNvPicPr>
            <a:picLocks noChangeAspect="1"/>
          </p:cNvPicPr>
          <p:nvPr userDrawn="1"/>
        </p:nvPicPr>
        <p:blipFill>
          <a:blip r:embed="rId3"/>
          <a:stretch>
            <a:fillRect/>
          </a:stretch>
        </p:blipFill>
        <p:spPr>
          <a:xfrm>
            <a:off x="11204075" y="-48872"/>
            <a:ext cx="864388" cy="864388"/>
          </a:xfrm>
          <a:prstGeom prst="rect">
            <a:avLst/>
          </a:prstGeom>
        </p:spPr>
      </p:pic>
    </p:spTree>
    <p:extLst>
      <p:ext uri="{BB962C8B-B14F-4D97-AF65-F5344CB8AC3E}">
        <p14:creationId xmlns:p14="http://schemas.microsoft.com/office/powerpoint/2010/main" val="5999350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UNCLASS//FOUO">
    <p:spTree>
      <p:nvGrpSpPr>
        <p:cNvPr id="1" name=""/>
        <p:cNvGrpSpPr/>
        <p:nvPr/>
      </p:nvGrpSpPr>
      <p:grpSpPr>
        <a:xfrm>
          <a:off x="0" y="0"/>
          <a:ext cx="0" cy="0"/>
          <a:chOff x="0" y="0"/>
          <a:chExt cx="0" cy="0"/>
        </a:xfrm>
      </p:grpSpPr>
      <p:sp>
        <p:nvSpPr>
          <p:cNvPr id="7" name="hc" descr="SECRET"/>
          <p:cNvSpPr txBox="1"/>
          <p:nvPr userDrawn="1"/>
        </p:nvSpPr>
        <p:spPr>
          <a:xfrm>
            <a:off x="199" y="10303"/>
            <a:ext cx="12191603" cy="246221"/>
          </a:xfrm>
          <a:prstGeom prst="rect">
            <a:avLst/>
          </a:prstGeom>
          <a:noFill/>
        </p:spPr>
        <p:txBody>
          <a:bodyPr vert="horz" rtlCol="0">
            <a:spAutoFit/>
          </a:bodyPr>
          <a:lstStyle/>
          <a:p>
            <a:pPr marL="0" marR="0" lvl="0" indent="0" algn="ctr" defTabSz="914391"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B050"/>
                </a:solidFill>
                <a:effectLst/>
                <a:uLnTx/>
                <a:uFillTx/>
                <a:latin typeface="Arial" panose="020B0604020202020204" pitchFamily="34" charset="0"/>
                <a:ea typeface="Tahoma" panose="020B0604030504040204" pitchFamily="34" charset="0"/>
                <a:cs typeface="Arial" panose="020B0604020202020204" pitchFamily="34" charset="0"/>
              </a:rPr>
              <a:t>UNCLASSIFIED//FOUO</a:t>
            </a:r>
          </a:p>
        </p:txBody>
      </p:sp>
      <p:sp>
        <p:nvSpPr>
          <p:cNvPr id="8" name="hc" descr="SECRET"/>
          <p:cNvSpPr txBox="1"/>
          <p:nvPr userDrawn="1"/>
        </p:nvSpPr>
        <p:spPr>
          <a:xfrm>
            <a:off x="199" y="6628144"/>
            <a:ext cx="12191603" cy="246221"/>
          </a:xfrm>
          <a:prstGeom prst="rect">
            <a:avLst/>
          </a:prstGeom>
          <a:noFill/>
        </p:spPr>
        <p:txBody>
          <a:bodyPr vert="horz" rtlCol="0">
            <a:spAutoFit/>
          </a:bodyPr>
          <a:lstStyle/>
          <a:p>
            <a:pPr marL="0" marR="0" lvl="0" indent="0" algn="ctr" defTabSz="914391"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B050"/>
                </a:solidFill>
                <a:effectLst/>
                <a:uLnTx/>
                <a:uFillTx/>
                <a:latin typeface="Arial" panose="020B0604020202020204" pitchFamily="34" charset="0"/>
                <a:ea typeface="Tahoma" panose="020B0604030504040204" pitchFamily="34" charset="0"/>
                <a:cs typeface="Arial" panose="020B0604020202020204" pitchFamily="34" charset="0"/>
              </a:rPr>
              <a:t>UNCLASSIFIED//FOUO</a:t>
            </a:r>
          </a:p>
        </p:txBody>
      </p:sp>
      <p:sp>
        <p:nvSpPr>
          <p:cNvPr id="11" name="Title 7"/>
          <p:cNvSpPr>
            <a:spLocks noGrp="1"/>
          </p:cNvSpPr>
          <p:nvPr>
            <p:ph type="title"/>
          </p:nvPr>
        </p:nvSpPr>
        <p:spPr>
          <a:xfrm>
            <a:off x="838200" y="273399"/>
            <a:ext cx="10515600" cy="518453"/>
          </a:xfrm>
          <a:prstGeom prst="rect">
            <a:avLst/>
          </a:prstGeom>
        </p:spPr>
        <p:txBody>
          <a:bodyPr/>
          <a:lstStyle>
            <a:lvl1pPr>
              <a:defRPr b="1"/>
            </a:lvl1pPr>
          </a:lstStyle>
          <a:p>
            <a:r>
              <a:rPr lang="en-US"/>
              <a:t>Click to edit Master title style</a:t>
            </a:r>
          </a:p>
        </p:txBody>
      </p:sp>
      <p:cxnSp>
        <p:nvCxnSpPr>
          <p:cNvPr id="10" name="Straight Connector 9"/>
          <p:cNvCxnSpPr/>
          <p:nvPr userDrawn="1"/>
        </p:nvCxnSpPr>
        <p:spPr>
          <a:xfrm>
            <a:off x="-15547" y="795486"/>
            <a:ext cx="12207548" cy="10886"/>
          </a:xfrm>
          <a:prstGeom prst="line">
            <a:avLst/>
          </a:prstGeom>
          <a:ln w="53975" cmpd="dbl">
            <a:solidFill>
              <a:srgbClr val="FF0000"/>
            </a:solidFill>
            <a:prstDash val="solid"/>
          </a:ln>
          <a:scene3d>
            <a:camera prst="orthographicFront"/>
            <a:lightRig rig="threePt" dir="t"/>
          </a:scene3d>
          <a:sp3d contourW="6350">
            <a:bevelT prst="slope"/>
          </a:sp3d>
        </p:spPr>
        <p:style>
          <a:lnRef idx="1">
            <a:schemeClr val="accent1"/>
          </a:lnRef>
          <a:fillRef idx="0">
            <a:schemeClr val="accent1"/>
          </a:fillRef>
          <a:effectRef idx="0">
            <a:schemeClr val="accent1"/>
          </a:effectRef>
          <a:fontRef idx="minor">
            <a:schemeClr val="tx1"/>
          </a:fontRef>
        </p:style>
      </p:cxnSp>
      <p:sp>
        <p:nvSpPr>
          <p:cNvPr id="12" name="Line 789"/>
          <p:cNvSpPr>
            <a:spLocks noChangeShapeType="1"/>
          </p:cNvSpPr>
          <p:nvPr userDrawn="1"/>
        </p:nvSpPr>
        <p:spPr bwMode="auto">
          <a:xfrm>
            <a:off x="677333" y="6629400"/>
            <a:ext cx="10905067" cy="22591"/>
          </a:xfrm>
          <a:prstGeom prst="line">
            <a:avLst/>
          </a:prstGeom>
          <a:noFill/>
          <a:ln w="57150" cmpd="thickThin">
            <a:solidFill>
              <a:srgbClr val="A30000"/>
            </a:solidFill>
            <a:round/>
            <a:headEnd/>
            <a:tailEnd/>
          </a:ln>
          <a:effectLst/>
        </p:spPr>
        <p:txBody>
          <a:bodyPr wrap="none" anchor="ctr"/>
          <a:lstStyle/>
          <a:p>
            <a:pPr algn="ctr">
              <a:lnSpc>
                <a:spcPct val="65000"/>
              </a:lnSpc>
              <a:defRPr/>
            </a:pPr>
            <a:endParaRPr lang="en-US" sz="1350">
              <a:solidFill>
                <a:srgbClr val="000000"/>
              </a:solidFill>
            </a:endParaRPr>
          </a:p>
        </p:txBody>
      </p:sp>
      <p:sp>
        <p:nvSpPr>
          <p:cNvPr id="13" name="Text Placeholder 11"/>
          <p:cNvSpPr>
            <a:spLocks noGrp="1"/>
          </p:cNvSpPr>
          <p:nvPr>
            <p:ph type="body" sz="quarter" idx="10" hasCustomPrompt="1"/>
          </p:nvPr>
        </p:nvSpPr>
        <p:spPr>
          <a:xfrm>
            <a:off x="-653" y="6673839"/>
            <a:ext cx="1839912" cy="165744"/>
          </a:xfrm>
          <a:prstGeom prst="rect">
            <a:avLst/>
          </a:prstGeom>
        </p:spPr>
        <p:txBody>
          <a:bodyPr/>
          <a:lstStyle>
            <a:lvl1pPr marL="0" indent="0">
              <a:buNone/>
              <a:defRPr sz="1000"/>
            </a:lvl1pPr>
          </a:lstStyle>
          <a:p>
            <a:pPr lvl="0"/>
            <a:r>
              <a:rPr lang="en-US"/>
              <a:t>OPR: </a:t>
            </a:r>
          </a:p>
        </p:txBody>
      </p:sp>
      <p:sp>
        <p:nvSpPr>
          <p:cNvPr id="14" name="Text Placeholder 11"/>
          <p:cNvSpPr>
            <a:spLocks noGrp="1"/>
          </p:cNvSpPr>
          <p:nvPr>
            <p:ph type="body" sz="quarter" idx="11" hasCustomPrompt="1"/>
          </p:nvPr>
        </p:nvSpPr>
        <p:spPr>
          <a:xfrm>
            <a:off x="10663988" y="6675880"/>
            <a:ext cx="1528011" cy="165744"/>
          </a:xfrm>
          <a:prstGeom prst="rect">
            <a:avLst/>
          </a:prstGeom>
        </p:spPr>
        <p:txBody>
          <a:bodyPr/>
          <a:lstStyle>
            <a:lvl1pPr marL="0" indent="0">
              <a:buNone/>
              <a:defRPr sz="1000"/>
            </a:lvl1pPr>
          </a:lstStyle>
          <a:p>
            <a:pPr lvl="0"/>
            <a:r>
              <a:rPr lang="en-US"/>
              <a:t>CAO: </a:t>
            </a:r>
          </a:p>
        </p:txBody>
      </p:sp>
      <p:pic>
        <p:nvPicPr>
          <p:cNvPr id="3" name="Picture 2" descr="Logo, arrow&#10;&#10;Description automatically generated">
            <a:extLst>
              <a:ext uri="{FF2B5EF4-FFF2-40B4-BE49-F238E27FC236}">
                <a16:creationId xmlns:a16="http://schemas.microsoft.com/office/drawing/2014/main" id="{8D8DFE60-B24C-EB0C-F008-FC6103B35C5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9838" y="35201"/>
            <a:ext cx="880148" cy="736396"/>
          </a:xfrm>
          <a:prstGeom prst="rect">
            <a:avLst/>
          </a:prstGeom>
        </p:spPr>
      </p:pic>
      <p:pic>
        <p:nvPicPr>
          <p:cNvPr id="4" name="Picture 3">
            <a:extLst>
              <a:ext uri="{FF2B5EF4-FFF2-40B4-BE49-F238E27FC236}">
                <a16:creationId xmlns:a16="http://schemas.microsoft.com/office/drawing/2014/main" id="{C3CB8A64-0B1F-E29C-6E84-94E98E318553}"/>
              </a:ext>
            </a:extLst>
          </p:cNvPr>
          <p:cNvPicPr>
            <a:picLocks noChangeAspect="1"/>
          </p:cNvPicPr>
          <p:nvPr userDrawn="1"/>
        </p:nvPicPr>
        <p:blipFill>
          <a:blip r:embed="rId3"/>
          <a:stretch>
            <a:fillRect/>
          </a:stretch>
        </p:blipFill>
        <p:spPr>
          <a:xfrm>
            <a:off x="11204075" y="-48872"/>
            <a:ext cx="864388" cy="864388"/>
          </a:xfrm>
          <a:prstGeom prst="rect">
            <a:avLst/>
          </a:prstGeom>
        </p:spPr>
      </p:pic>
    </p:spTree>
    <p:extLst>
      <p:ext uri="{BB962C8B-B14F-4D97-AF65-F5344CB8AC3E}">
        <p14:creationId xmlns:p14="http://schemas.microsoft.com/office/powerpoint/2010/main" val="5111343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I">
    <p:spTree>
      <p:nvGrpSpPr>
        <p:cNvPr id="1" name=""/>
        <p:cNvGrpSpPr/>
        <p:nvPr/>
      </p:nvGrpSpPr>
      <p:grpSpPr>
        <a:xfrm>
          <a:off x="0" y="0"/>
          <a:ext cx="0" cy="0"/>
          <a:chOff x="0" y="0"/>
          <a:chExt cx="0" cy="0"/>
        </a:xfrm>
      </p:grpSpPr>
      <p:sp>
        <p:nvSpPr>
          <p:cNvPr id="4" name="hc" descr="SECRET"/>
          <p:cNvSpPr txBox="1"/>
          <p:nvPr userDrawn="1"/>
        </p:nvSpPr>
        <p:spPr>
          <a:xfrm>
            <a:off x="199" y="10100"/>
            <a:ext cx="12191603" cy="246221"/>
          </a:xfrm>
          <a:prstGeom prst="rect">
            <a:avLst/>
          </a:prstGeom>
          <a:noFill/>
        </p:spPr>
        <p:txBody>
          <a:bodyPr vert="horz" rtlCol="0">
            <a:spAutoFit/>
          </a:bodyPr>
          <a:lstStyle/>
          <a:p>
            <a:pPr marL="0" marR="0" lvl="0" indent="0" algn="ctr" defTabSz="914391"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7030A0"/>
                </a:solidFill>
                <a:effectLst/>
                <a:uLnTx/>
                <a:uFillTx/>
                <a:latin typeface="Arial" panose="020B0604020202020204" pitchFamily="34" charset="0"/>
                <a:ea typeface="Tahoma" panose="020B0604030504040204" pitchFamily="34" charset="0"/>
                <a:cs typeface="Arial" panose="020B0604020202020204" pitchFamily="34" charset="0"/>
              </a:rPr>
              <a:t>CUI</a:t>
            </a:r>
          </a:p>
        </p:txBody>
      </p:sp>
      <p:sp>
        <p:nvSpPr>
          <p:cNvPr id="5" name="hc" descr="SECRET"/>
          <p:cNvSpPr txBox="1"/>
          <p:nvPr userDrawn="1"/>
        </p:nvSpPr>
        <p:spPr>
          <a:xfrm>
            <a:off x="199" y="6628347"/>
            <a:ext cx="12191603" cy="246221"/>
          </a:xfrm>
          <a:prstGeom prst="rect">
            <a:avLst/>
          </a:prstGeom>
          <a:noFill/>
        </p:spPr>
        <p:txBody>
          <a:bodyPr vert="horz" rtlCol="0">
            <a:spAutoFit/>
          </a:bodyPr>
          <a:lstStyle/>
          <a:p>
            <a:pPr marL="0" marR="0" lvl="0" indent="0" algn="ctr" defTabSz="914391"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7030A0"/>
                </a:solidFill>
                <a:effectLst/>
                <a:uLnTx/>
                <a:uFillTx/>
                <a:latin typeface="Arial" panose="020B0604020202020204" pitchFamily="34" charset="0"/>
                <a:ea typeface="Tahoma" panose="020B0604030504040204" pitchFamily="34" charset="0"/>
                <a:cs typeface="Arial" panose="020B0604020202020204" pitchFamily="34" charset="0"/>
              </a:rPr>
              <a:t>CUI</a:t>
            </a:r>
          </a:p>
        </p:txBody>
      </p:sp>
      <p:sp>
        <p:nvSpPr>
          <p:cNvPr id="8" name="Title 7"/>
          <p:cNvSpPr>
            <a:spLocks noGrp="1"/>
          </p:cNvSpPr>
          <p:nvPr>
            <p:ph type="title"/>
          </p:nvPr>
        </p:nvSpPr>
        <p:spPr>
          <a:xfrm>
            <a:off x="838200" y="273399"/>
            <a:ext cx="10515600" cy="518453"/>
          </a:xfrm>
          <a:prstGeom prst="rect">
            <a:avLst/>
          </a:prstGeom>
        </p:spPr>
        <p:txBody>
          <a:bodyPr/>
          <a:lstStyle>
            <a:lvl1pPr>
              <a:defRPr b="1"/>
            </a:lvl1pPr>
          </a:lstStyle>
          <a:p>
            <a:r>
              <a:rPr lang="en-US"/>
              <a:t>Click to edit Master title style</a:t>
            </a:r>
          </a:p>
        </p:txBody>
      </p:sp>
      <p:sp>
        <p:nvSpPr>
          <p:cNvPr id="9" name="Line 789"/>
          <p:cNvSpPr>
            <a:spLocks noChangeShapeType="1"/>
          </p:cNvSpPr>
          <p:nvPr userDrawn="1"/>
        </p:nvSpPr>
        <p:spPr bwMode="auto">
          <a:xfrm>
            <a:off x="677333" y="6629400"/>
            <a:ext cx="10905067" cy="22591"/>
          </a:xfrm>
          <a:prstGeom prst="line">
            <a:avLst/>
          </a:prstGeom>
          <a:noFill/>
          <a:ln w="57150" cmpd="thickThin">
            <a:solidFill>
              <a:srgbClr val="A30000"/>
            </a:solidFill>
            <a:round/>
            <a:headEnd/>
            <a:tailEnd/>
          </a:ln>
          <a:effectLst/>
        </p:spPr>
        <p:txBody>
          <a:bodyPr wrap="none" anchor="ctr"/>
          <a:lstStyle/>
          <a:p>
            <a:pPr algn="ctr">
              <a:lnSpc>
                <a:spcPct val="65000"/>
              </a:lnSpc>
              <a:defRPr/>
            </a:pPr>
            <a:endParaRPr lang="en-US" sz="1350">
              <a:solidFill>
                <a:srgbClr val="000000"/>
              </a:solidFill>
            </a:endParaRPr>
          </a:p>
        </p:txBody>
      </p:sp>
      <p:sp>
        <p:nvSpPr>
          <p:cNvPr id="10" name="Text Placeholder 11"/>
          <p:cNvSpPr>
            <a:spLocks noGrp="1"/>
          </p:cNvSpPr>
          <p:nvPr>
            <p:ph type="body" sz="quarter" idx="10" hasCustomPrompt="1"/>
          </p:nvPr>
        </p:nvSpPr>
        <p:spPr>
          <a:xfrm>
            <a:off x="-653" y="6673839"/>
            <a:ext cx="1839912" cy="165744"/>
          </a:xfrm>
          <a:prstGeom prst="rect">
            <a:avLst/>
          </a:prstGeom>
        </p:spPr>
        <p:txBody>
          <a:bodyPr/>
          <a:lstStyle>
            <a:lvl1pPr marL="0" indent="0">
              <a:buNone/>
              <a:defRPr sz="1000"/>
            </a:lvl1pPr>
          </a:lstStyle>
          <a:p>
            <a:pPr lvl="0"/>
            <a:r>
              <a:rPr lang="en-US"/>
              <a:t>OPR: </a:t>
            </a:r>
          </a:p>
        </p:txBody>
      </p:sp>
      <p:sp>
        <p:nvSpPr>
          <p:cNvPr id="11" name="Text Placeholder 11"/>
          <p:cNvSpPr>
            <a:spLocks noGrp="1"/>
          </p:cNvSpPr>
          <p:nvPr>
            <p:ph type="body" sz="quarter" idx="11" hasCustomPrompt="1"/>
          </p:nvPr>
        </p:nvSpPr>
        <p:spPr>
          <a:xfrm>
            <a:off x="10663988" y="6675880"/>
            <a:ext cx="1528011" cy="165744"/>
          </a:xfrm>
          <a:prstGeom prst="rect">
            <a:avLst/>
          </a:prstGeom>
        </p:spPr>
        <p:txBody>
          <a:bodyPr/>
          <a:lstStyle>
            <a:lvl1pPr marL="0" indent="0">
              <a:buNone/>
              <a:defRPr sz="1000"/>
            </a:lvl1pPr>
          </a:lstStyle>
          <a:p>
            <a:pPr lvl="0"/>
            <a:r>
              <a:rPr lang="en-US"/>
              <a:t>CAO: </a:t>
            </a:r>
          </a:p>
        </p:txBody>
      </p:sp>
    </p:spTree>
    <p:extLst>
      <p:ext uri="{BB962C8B-B14F-4D97-AF65-F5344CB8AC3E}">
        <p14:creationId xmlns:p14="http://schemas.microsoft.com/office/powerpoint/2010/main" val="38321328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Standard Secret">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838200" y="194502"/>
            <a:ext cx="10515600" cy="740863"/>
          </a:xfrm>
          <a:prstGeom prst="rect">
            <a:avLst/>
          </a:prstGeom>
        </p:spPr>
        <p:txBody>
          <a:bodyPr anchor="ctr"/>
          <a:lstStyle>
            <a:lvl1pPr>
              <a:defRPr sz="3600" b="1" baseline="0">
                <a:latin typeface="Arial" panose="020B0604020202020204" pitchFamily="34" charset="0"/>
                <a:cs typeface="Arial" panose="020B0604020202020204" pitchFamily="34" charset="0"/>
              </a:defRPr>
            </a:lvl1pPr>
          </a:lstStyle>
          <a:p>
            <a:r>
              <a:rPr lang="en-US"/>
              <a:t>Secret Standard Slide</a:t>
            </a:r>
          </a:p>
        </p:txBody>
      </p:sp>
      <p:sp>
        <p:nvSpPr>
          <p:cNvPr id="3" name="Content Placeholder 2"/>
          <p:cNvSpPr>
            <a:spLocks noGrp="1"/>
          </p:cNvSpPr>
          <p:nvPr>
            <p:ph sz="quarter" idx="19"/>
          </p:nvPr>
        </p:nvSpPr>
        <p:spPr>
          <a:xfrm>
            <a:off x="302231" y="1043714"/>
            <a:ext cx="11587540" cy="5320579"/>
          </a:xfrm>
          <a:prstGeom prst="rect">
            <a:avLst/>
          </a:prstGeom>
        </p:spPr>
        <p:txBody>
          <a:bodyPr/>
          <a:lstStyle>
            <a:lvl1pPr marL="342874" indent="-342874">
              <a:buFont typeface="Arial" panose="020B0604020202020204" pitchFamily="34" charset="0"/>
              <a:buChar char="•"/>
              <a:defRPr>
                <a:latin typeface="Arial" panose="020B0604020202020204" pitchFamily="34" charset="0"/>
                <a:cs typeface="Arial" panose="020B0604020202020204" pitchFamily="34" charset="0"/>
              </a:defRPr>
            </a:lvl1pPr>
            <a:lvl2pPr marL="742895" indent="-285730">
              <a:buFont typeface="Arial" panose="020B0604020202020204" pitchFamily="34" charset="0"/>
              <a:buChar char="•"/>
              <a:defRPr>
                <a:latin typeface="Arial" panose="020B0604020202020204" pitchFamily="34" charset="0"/>
                <a:cs typeface="Arial" panose="020B0604020202020204" pitchFamily="34" charset="0"/>
              </a:defRPr>
            </a:lvl2pPr>
            <a:lvl3pPr marL="1142914" indent="-228584">
              <a:buFont typeface="Arial" panose="020B0604020202020204" pitchFamily="34" charset="0"/>
              <a:buChar char="•"/>
              <a:defRPr>
                <a:latin typeface="Arial" panose="020B0604020202020204" pitchFamily="34" charset="0"/>
                <a:cs typeface="Arial" panose="020B0604020202020204" pitchFamily="34" charset="0"/>
              </a:defRPr>
            </a:lvl3pPr>
            <a:lvl4pPr marL="1600080" indent="-228584">
              <a:buFont typeface="Arial" panose="020B0604020202020204" pitchFamily="34" charset="0"/>
              <a:buChar char="•"/>
              <a:defRPr>
                <a:latin typeface="Arial" panose="020B0604020202020204" pitchFamily="34" charset="0"/>
                <a:cs typeface="Arial" panose="020B0604020202020204" pitchFamily="34" charset="0"/>
              </a:defRPr>
            </a:lvl4pPr>
            <a:lvl5pPr marL="2057247" indent="-228584">
              <a:buFont typeface="Arial" panose="020B0604020202020204" pitchFamily="34" charset="0"/>
              <a:buChar char="•"/>
              <a:defRPr>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Box 14"/>
          <p:cNvSpPr txBox="1">
            <a:spLocks noChangeArrowheads="1"/>
          </p:cNvSpPr>
          <p:nvPr userDrawn="1"/>
        </p:nvSpPr>
        <p:spPr bwMode="auto">
          <a:xfrm>
            <a:off x="4982021" y="6611784"/>
            <a:ext cx="2227963" cy="246221"/>
          </a:xfrm>
          <a:prstGeom prst="rect">
            <a:avLst/>
          </a:prstGeom>
          <a:noFill/>
          <a:ln w="9525">
            <a:noFill/>
            <a:miter lim="800000"/>
            <a:headEnd/>
            <a:tailEnd/>
          </a:ln>
          <a:effectLst/>
        </p:spPr>
        <p:txBody>
          <a:bodyPr wrap="square">
            <a:spAutoFit/>
          </a:bodyPr>
          <a:lstStyle/>
          <a:p>
            <a:pPr algn="ctr" fontAlgn="base">
              <a:spcBef>
                <a:spcPct val="50000"/>
              </a:spcBef>
              <a:spcAft>
                <a:spcPct val="0"/>
              </a:spcAft>
              <a:defRPr/>
            </a:pPr>
            <a:r>
              <a:rPr lang="en-US" sz="1000" b="1">
                <a:solidFill>
                  <a:srgbClr val="FF0000"/>
                </a:solidFill>
                <a:latin typeface="Arial" panose="020B0604020202020204" pitchFamily="34" charset="0"/>
                <a:cs typeface="Arial" panose="020B0604020202020204" pitchFamily="34" charset="0"/>
              </a:rPr>
              <a:t>SECRET//REL FVEY</a:t>
            </a:r>
          </a:p>
        </p:txBody>
      </p:sp>
    </p:spTree>
    <p:extLst>
      <p:ext uri="{BB962C8B-B14F-4D97-AF65-F5344CB8AC3E}">
        <p14:creationId xmlns:p14="http://schemas.microsoft.com/office/powerpoint/2010/main" val="27311132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M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10599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CUI">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15511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RET//NOFORN">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25007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4121003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3_S//REL USA, FVEY">
    <p:spTree>
      <p:nvGrpSpPr>
        <p:cNvPr id="1" name=""/>
        <p:cNvGrpSpPr/>
        <p:nvPr/>
      </p:nvGrpSpPr>
      <p:grpSpPr>
        <a:xfrm>
          <a:off x="0" y="0"/>
          <a:ext cx="0" cy="0"/>
          <a:chOff x="0" y="0"/>
          <a:chExt cx="0" cy="0"/>
        </a:xfrm>
      </p:grpSpPr>
      <p:sp>
        <p:nvSpPr>
          <p:cNvPr id="2" name="hc" descr="SECRET"/>
          <p:cNvSpPr txBox="1"/>
          <p:nvPr/>
        </p:nvSpPr>
        <p:spPr>
          <a:xfrm>
            <a:off x="113494" y="49012"/>
            <a:ext cx="12191603" cy="246221"/>
          </a:xfrm>
          <a:prstGeom prst="rect">
            <a:avLst/>
          </a:prstGeom>
          <a:noFill/>
        </p:spPr>
        <p:txBody>
          <a:bodyPr vert="horz" rtlCol="0">
            <a:spAutoFit/>
          </a:bodyPr>
          <a:lstStyle/>
          <a:p>
            <a:pPr marL="0" marR="0" lvl="0" indent="0" algn="ctr" defTabSz="914391"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0000"/>
                </a:solidFill>
                <a:effectLst/>
                <a:uLnTx/>
                <a:uFillTx/>
                <a:latin typeface="Arial" panose="020B0604020202020204" pitchFamily="34" charset="0"/>
                <a:ea typeface="Tahoma" panose="020B0604030504040204" pitchFamily="34" charset="0"/>
                <a:cs typeface="Arial" panose="020B0604020202020204" pitchFamily="34" charset="0"/>
              </a:rPr>
              <a:t>SECRET//REL USA, FVEY</a:t>
            </a:r>
          </a:p>
        </p:txBody>
      </p:sp>
      <p:sp>
        <p:nvSpPr>
          <p:cNvPr id="5" name="hc" descr="SECRET"/>
          <p:cNvSpPr txBox="1"/>
          <p:nvPr userDrawn="1"/>
        </p:nvSpPr>
        <p:spPr>
          <a:xfrm>
            <a:off x="113494" y="6598960"/>
            <a:ext cx="12191603" cy="246221"/>
          </a:xfrm>
          <a:prstGeom prst="rect">
            <a:avLst/>
          </a:prstGeom>
          <a:noFill/>
        </p:spPr>
        <p:txBody>
          <a:bodyPr vert="horz" rtlCol="0">
            <a:spAutoFit/>
          </a:bodyPr>
          <a:lstStyle/>
          <a:p>
            <a:pPr marL="0" marR="0" lvl="0" indent="0" algn="ctr" defTabSz="914391"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0000"/>
                </a:solidFill>
                <a:effectLst/>
                <a:uLnTx/>
                <a:uFillTx/>
                <a:latin typeface="Arial" panose="020B0604020202020204" pitchFamily="34" charset="0"/>
                <a:ea typeface="Tahoma" panose="020B0604030504040204" pitchFamily="34" charset="0"/>
                <a:cs typeface="Arial" panose="020B0604020202020204" pitchFamily="34" charset="0"/>
              </a:rPr>
              <a:t>SECRET//REL USA, FVEY</a:t>
            </a:r>
          </a:p>
        </p:txBody>
      </p:sp>
      <p:sp>
        <p:nvSpPr>
          <p:cNvPr id="9" name="Title 7"/>
          <p:cNvSpPr>
            <a:spLocks noGrp="1"/>
          </p:cNvSpPr>
          <p:nvPr>
            <p:ph type="title"/>
          </p:nvPr>
        </p:nvSpPr>
        <p:spPr>
          <a:xfrm>
            <a:off x="838200" y="273399"/>
            <a:ext cx="10515600" cy="518453"/>
          </a:xfrm>
          <a:prstGeom prst="rect">
            <a:avLst/>
          </a:prstGeom>
        </p:spPr>
        <p:txBody>
          <a:bodyPr/>
          <a:lstStyle>
            <a:lvl1pPr>
              <a:defRPr b="1"/>
            </a:lvl1pPr>
          </a:lstStyle>
          <a:p>
            <a:r>
              <a:rPr lang="en-US"/>
              <a:t>Click to edit Master title style</a:t>
            </a:r>
          </a:p>
        </p:txBody>
      </p:sp>
      <p:sp>
        <p:nvSpPr>
          <p:cNvPr id="10" name="Line 789"/>
          <p:cNvSpPr>
            <a:spLocks noChangeShapeType="1"/>
          </p:cNvSpPr>
          <p:nvPr userDrawn="1"/>
        </p:nvSpPr>
        <p:spPr bwMode="auto">
          <a:xfrm>
            <a:off x="677333" y="6629400"/>
            <a:ext cx="10905067" cy="22591"/>
          </a:xfrm>
          <a:prstGeom prst="line">
            <a:avLst/>
          </a:prstGeom>
          <a:noFill/>
          <a:ln w="57150" cmpd="thickThin">
            <a:solidFill>
              <a:srgbClr val="A30000"/>
            </a:solidFill>
            <a:round/>
            <a:headEnd/>
            <a:tailEnd/>
          </a:ln>
          <a:effectLst/>
        </p:spPr>
        <p:txBody>
          <a:bodyPr wrap="none" anchor="ctr"/>
          <a:lstStyle/>
          <a:p>
            <a:pPr algn="ctr">
              <a:lnSpc>
                <a:spcPct val="65000"/>
              </a:lnSpc>
              <a:defRPr/>
            </a:pPr>
            <a:endParaRPr lang="en-US" sz="1350">
              <a:solidFill>
                <a:srgbClr val="000000"/>
              </a:solidFill>
            </a:endParaRPr>
          </a:p>
        </p:txBody>
      </p:sp>
      <p:sp>
        <p:nvSpPr>
          <p:cNvPr id="11" name="Rectangle 10"/>
          <p:cNvSpPr/>
          <p:nvPr userDrawn="1"/>
        </p:nvSpPr>
        <p:spPr>
          <a:xfrm>
            <a:off x="-78232" y="6641054"/>
            <a:ext cx="8128000" cy="215444"/>
          </a:xfrm>
          <a:prstGeom prst="rect">
            <a:avLst/>
          </a:prstGeom>
        </p:spPr>
        <p:txBody>
          <a:bodyP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800">
                <a:solidFill>
                  <a:prstClr val="black"/>
                </a:solidFill>
                <a:latin typeface="Arial" panose="020B0604020202020204" pitchFamily="34" charset="0"/>
                <a:cs typeface="Arial" panose="020B0604020202020204" pitchFamily="34" charset="0"/>
              </a:rPr>
              <a:t>OPR:</a:t>
            </a:r>
            <a:endParaRPr kumimoji="0" lang="en-US" sz="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2" name="TextBox 11"/>
          <p:cNvSpPr txBox="1"/>
          <p:nvPr userDrawn="1"/>
        </p:nvSpPr>
        <p:spPr>
          <a:xfrm>
            <a:off x="10955891" y="6653493"/>
            <a:ext cx="1945015" cy="21544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CAO:</a:t>
            </a:r>
          </a:p>
        </p:txBody>
      </p:sp>
      <p:cxnSp>
        <p:nvCxnSpPr>
          <p:cNvPr id="8" name="Straight Connector 7"/>
          <p:cNvCxnSpPr/>
          <p:nvPr userDrawn="1"/>
        </p:nvCxnSpPr>
        <p:spPr>
          <a:xfrm>
            <a:off x="-15547" y="795486"/>
            <a:ext cx="12207548" cy="10886"/>
          </a:xfrm>
          <a:prstGeom prst="line">
            <a:avLst/>
          </a:prstGeom>
          <a:ln w="53975" cmpd="dbl">
            <a:solidFill>
              <a:srgbClr val="FF0000"/>
            </a:solidFill>
            <a:prstDash val="solid"/>
          </a:ln>
          <a:scene3d>
            <a:camera prst="orthographicFront"/>
            <a:lightRig rig="threePt" dir="t"/>
          </a:scene3d>
          <a:sp3d contourW="6350">
            <a:bevelT prst="slope"/>
          </a:sp3d>
        </p:spPr>
        <p:style>
          <a:lnRef idx="1">
            <a:schemeClr val="accent1"/>
          </a:lnRef>
          <a:fillRef idx="0">
            <a:schemeClr val="accent1"/>
          </a:fillRef>
          <a:effectRef idx="0">
            <a:schemeClr val="accent1"/>
          </a:effectRef>
          <a:fontRef idx="minor">
            <a:schemeClr val="tx1"/>
          </a:fontRef>
        </p:style>
      </p:cxnSp>
      <p:pic>
        <p:nvPicPr>
          <p:cNvPr id="6" name="Picture 5" descr="Logo, arrow&#10;&#10;Description automatically generated">
            <a:extLst>
              <a:ext uri="{FF2B5EF4-FFF2-40B4-BE49-F238E27FC236}">
                <a16:creationId xmlns:a16="http://schemas.microsoft.com/office/drawing/2014/main" id="{1EFE7A58-2AAE-5CFB-6728-85448A2477D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9838" y="35201"/>
            <a:ext cx="880148" cy="736396"/>
          </a:xfrm>
          <a:prstGeom prst="rect">
            <a:avLst/>
          </a:prstGeom>
        </p:spPr>
      </p:pic>
      <p:pic>
        <p:nvPicPr>
          <p:cNvPr id="7" name="Picture 6">
            <a:extLst>
              <a:ext uri="{FF2B5EF4-FFF2-40B4-BE49-F238E27FC236}">
                <a16:creationId xmlns:a16="http://schemas.microsoft.com/office/drawing/2014/main" id="{ADE294EB-0A87-5195-0CF1-A27032D6FFD4}"/>
              </a:ext>
            </a:extLst>
          </p:cNvPr>
          <p:cNvPicPr>
            <a:picLocks noChangeAspect="1"/>
          </p:cNvPicPr>
          <p:nvPr userDrawn="1"/>
        </p:nvPicPr>
        <p:blipFill>
          <a:blip r:embed="rId3"/>
          <a:stretch>
            <a:fillRect/>
          </a:stretch>
        </p:blipFill>
        <p:spPr>
          <a:xfrm>
            <a:off x="11204075" y="-48872"/>
            <a:ext cx="864388" cy="864388"/>
          </a:xfrm>
          <a:prstGeom prst="rect">
            <a:avLst/>
          </a:prstGeom>
        </p:spPr>
      </p:pic>
    </p:spTree>
    <p:extLst>
      <p:ext uri="{BB962C8B-B14F-4D97-AF65-F5344CB8AC3E}">
        <p14:creationId xmlns:p14="http://schemas.microsoft.com/office/powerpoint/2010/main" val="22005887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2_Unclassified">
    <p:spTree>
      <p:nvGrpSpPr>
        <p:cNvPr id="1" name=""/>
        <p:cNvGrpSpPr/>
        <p:nvPr/>
      </p:nvGrpSpPr>
      <p:grpSpPr>
        <a:xfrm>
          <a:off x="0" y="0"/>
          <a:ext cx="0" cy="0"/>
          <a:chOff x="0" y="0"/>
          <a:chExt cx="0" cy="0"/>
        </a:xfrm>
      </p:grpSpPr>
      <p:sp>
        <p:nvSpPr>
          <p:cNvPr id="4" name="hc" descr="SECRET"/>
          <p:cNvSpPr txBox="1"/>
          <p:nvPr userDrawn="1"/>
        </p:nvSpPr>
        <p:spPr>
          <a:xfrm>
            <a:off x="113494" y="49012"/>
            <a:ext cx="12191603" cy="246221"/>
          </a:xfrm>
          <a:prstGeom prst="rect">
            <a:avLst/>
          </a:prstGeom>
          <a:noFill/>
        </p:spPr>
        <p:txBody>
          <a:bodyPr vert="horz" rtlCol="0">
            <a:spAutoFit/>
          </a:bodyPr>
          <a:lstStyle/>
          <a:p>
            <a:pPr marL="0" marR="0" lvl="0" indent="0" algn="ctr" defTabSz="914391"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B050"/>
                </a:solidFill>
                <a:effectLst/>
                <a:uLnTx/>
                <a:uFillTx/>
                <a:latin typeface="Arial" panose="020B0604020202020204" pitchFamily="34" charset="0"/>
                <a:ea typeface="Tahoma" panose="020B0604030504040204" pitchFamily="34" charset="0"/>
                <a:cs typeface="Arial" panose="020B0604020202020204" pitchFamily="34" charset="0"/>
              </a:rPr>
              <a:t>UNCLASSIFIED</a:t>
            </a:r>
          </a:p>
        </p:txBody>
      </p:sp>
      <p:sp>
        <p:nvSpPr>
          <p:cNvPr id="5" name="hc" descr="SECRET"/>
          <p:cNvSpPr txBox="1"/>
          <p:nvPr userDrawn="1"/>
        </p:nvSpPr>
        <p:spPr>
          <a:xfrm>
            <a:off x="113494" y="6598960"/>
            <a:ext cx="12191603" cy="246221"/>
          </a:xfrm>
          <a:prstGeom prst="rect">
            <a:avLst/>
          </a:prstGeom>
          <a:noFill/>
        </p:spPr>
        <p:txBody>
          <a:bodyPr vert="horz" rtlCol="0">
            <a:spAutoFit/>
          </a:bodyPr>
          <a:lstStyle/>
          <a:p>
            <a:pPr marL="0" marR="0" lvl="0" indent="0" algn="ctr" defTabSz="914391"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B050"/>
                </a:solidFill>
                <a:effectLst/>
                <a:uLnTx/>
                <a:uFillTx/>
                <a:latin typeface="Arial" panose="020B0604020202020204" pitchFamily="34" charset="0"/>
                <a:ea typeface="Tahoma" panose="020B0604030504040204" pitchFamily="34" charset="0"/>
                <a:cs typeface="Arial" panose="020B0604020202020204" pitchFamily="34" charset="0"/>
              </a:rPr>
              <a:t>UNCLASSIFIED</a:t>
            </a:r>
          </a:p>
        </p:txBody>
      </p:sp>
      <p:sp>
        <p:nvSpPr>
          <p:cNvPr id="8" name="Title 7"/>
          <p:cNvSpPr>
            <a:spLocks noGrp="1"/>
          </p:cNvSpPr>
          <p:nvPr>
            <p:ph type="title"/>
          </p:nvPr>
        </p:nvSpPr>
        <p:spPr>
          <a:xfrm>
            <a:off x="838200" y="273399"/>
            <a:ext cx="10515600" cy="518453"/>
          </a:xfrm>
          <a:prstGeom prst="rect">
            <a:avLst/>
          </a:prstGeom>
        </p:spPr>
        <p:txBody>
          <a:bodyPr/>
          <a:lstStyle>
            <a:lvl1pPr>
              <a:defRPr b="1"/>
            </a:lvl1pPr>
          </a:lstStyle>
          <a:p>
            <a:r>
              <a:rPr lang="en-US"/>
              <a:t>Click to edit Master title style</a:t>
            </a:r>
          </a:p>
        </p:txBody>
      </p:sp>
      <p:sp>
        <p:nvSpPr>
          <p:cNvPr id="9" name="Line 789"/>
          <p:cNvSpPr>
            <a:spLocks noChangeShapeType="1"/>
          </p:cNvSpPr>
          <p:nvPr userDrawn="1"/>
        </p:nvSpPr>
        <p:spPr bwMode="auto">
          <a:xfrm>
            <a:off x="677333" y="6629400"/>
            <a:ext cx="10905067" cy="22591"/>
          </a:xfrm>
          <a:prstGeom prst="line">
            <a:avLst/>
          </a:prstGeom>
          <a:noFill/>
          <a:ln w="57150" cmpd="thickThin">
            <a:solidFill>
              <a:srgbClr val="A30000"/>
            </a:solidFill>
            <a:round/>
            <a:headEnd/>
            <a:tailEnd/>
          </a:ln>
          <a:effectLst/>
        </p:spPr>
        <p:txBody>
          <a:bodyPr wrap="none" anchor="ctr"/>
          <a:lstStyle/>
          <a:p>
            <a:pPr algn="ctr">
              <a:lnSpc>
                <a:spcPct val="65000"/>
              </a:lnSpc>
              <a:defRPr/>
            </a:pPr>
            <a:endParaRPr lang="en-US" sz="1350">
              <a:solidFill>
                <a:srgbClr val="000000"/>
              </a:solidFill>
            </a:endParaRPr>
          </a:p>
        </p:txBody>
      </p:sp>
      <p:sp>
        <p:nvSpPr>
          <p:cNvPr id="10" name="Rectangle 9"/>
          <p:cNvSpPr/>
          <p:nvPr userDrawn="1"/>
        </p:nvSpPr>
        <p:spPr>
          <a:xfrm>
            <a:off x="-78232" y="6641054"/>
            <a:ext cx="8128000" cy="215444"/>
          </a:xfrm>
          <a:prstGeom prst="rect">
            <a:avLst/>
          </a:prstGeom>
        </p:spPr>
        <p:txBody>
          <a:bodyP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800">
                <a:solidFill>
                  <a:prstClr val="black"/>
                </a:solidFill>
                <a:latin typeface="Arial" panose="020B0604020202020204" pitchFamily="34" charset="0"/>
                <a:cs typeface="Arial" panose="020B0604020202020204" pitchFamily="34" charset="0"/>
              </a:rPr>
              <a:t>OPR:</a:t>
            </a:r>
            <a:endParaRPr kumimoji="0" lang="en-US" sz="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1" name="TextBox 10"/>
          <p:cNvSpPr txBox="1"/>
          <p:nvPr userDrawn="1"/>
        </p:nvSpPr>
        <p:spPr>
          <a:xfrm>
            <a:off x="10955891" y="6653493"/>
            <a:ext cx="1945015" cy="21544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CAO:</a:t>
            </a:r>
          </a:p>
        </p:txBody>
      </p:sp>
      <p:cxnSp>
        <p:nvCxnSpPr>
          <p:cNvPr id="7" name="Straight Connector 6"/>
          <p:cNvCxnSpPr/>
          <p:nvPr userDrawn="1"/>
        </p:nvCxnSpPr>
        <p:spPr>
          <a:xfrm>
            <a:off x="-15547" y="795486"/>
            <a:ext cx="12207548" cy="10886"/>
          </a:xfrm>
          <a:prstGeom prst="line">
            <a:avLst/>
          </a:prstGeom>
          <a:ln w="53975" cmpd="dbl">
            <a:solidFill>
              <a:srgbClr val="FF0000"/>
            </a:solidFill>
            <a:prstDash val="solid"/>
          </a:ln>
          <a:scene3d>
            <a:camera prst="orthographicFront"/>
            <a:lightRig rig="threePt" dir="t"/>
          </a:scene3d>
          <a:sp3d contourW="6350">
            <a:bevelT prst="slope"/>
          </a:sp3d>
        </p:spPr>
        <p:style>
          <a:lnRef idx="1">
            <a:schemeClr val="accent1"/>
          </a:lnRef>
          <a:fillRef idx="0">
            <a:schemeClr val="accent1"/>
          </a:fillRef>
          <a:effectRef idx="0">
            <a:schemeClr val="accent1"/>
          </a:effectRef>
          <a:fontRef idx="minor">
            <a:schemeClr val="tx1"/>
          </a:fontRef>
        </p:style>
      </p:cxnSp>
      <p:pic>
        <p:nvPicPr>
          <p:cNvPr id="6" name="Picture 5" descr="Logo, arrow&#10;&#10;Description automatically generated">
            <a:extLst>
              <a:ext uri="{FF2B5EF4-FFF2-40B4-BE49-F238E27FC236}">
                <a16:creationId xmlns:a16="http://schemas.microsoft.com/office/drawing/2014/main" id="{9FC28BFC-ABEA-EE5C-927D-A20AE8BFCAE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9838" y="35201"/>
            <a:ext cx="880148" cy="736396"/>
          </a:xfrm>
          <a:prstGeom prst="rect">
            <a:avLst/>
          </a:prstGeom>
        </p:spPr>
      </p:pic>
      <p:pic>
        <p:nvPicPr>
          <p:cNvPr id="12" name="Picture 11">
            <a:extLst>
              <a:ext uri="{FF2B5EF4-FFF2-40B4-BE49-F238E27FC236}">
                <a16:creationId xmlns:a16="http://schemas.microsoft.com/office/drawing/2014/main" id="{97427B21-F4A4-8CB8-853B-5A69E3304AAE}"/>
              </a:ext>
            </a:extLst>
          </p:cNvPr>
          <p:cNvPicPr>
            <a:picLocks noChangeAspect="1"/>
          </p:cNvPicPr>
          <p:nvPr userDrawn="1"/>
        </p:nvPicPr>
        <p:blipFill>
          <a:blip r:embed="rId3"/>
          <a:stretch>
            <a:fillRect/>
          </a:stretch>
        </p:blipFill>
        <p:spPr>
          <a:xfrm>
            <a:off x="11204075" y="-48872"/>
            <a:ext cx="864388" cy="864388"/>
          </a:xfrm>
          <a:prstGeom prst="rect">
            <a:avLst/>
          </a:prstGeom>
        </p:spPr>
      </p:pic>
    </p:spTree>
    <p:extLst>
      <p:ext uri="{BB962C8B-B14F-4D97-AF65-F5344CB8AC3E}">
        <p14:creationId xmlns:p14="http://schemas.microsoft.com/office/powerpoint/2010/main" val="38324590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CUI">
    <p:spTree>
      <p:nvGrpSpPr>
        <p:cNvPr id="1" name=""/>
        <p:cNvGrpSpPr/>
        <p:nvPr/>
      </p:nvGrpSpPr>
      <p:grpSpPr>
        <a:xfrm>
          <a:off x="0" y="0"/>
          <a:ext cx="0" cy="0"/>
          <a:chOff x="0" y="0"/>
          <a:chExt cx="0" cy="0"/>
        </a:xfrm>
      </p:grpSpPr>
      <p:sp>
        <p:nvSpPr>
          <p:cNvPr id="4" name="hc" descr="SECRET"/>
          <p:cNvSpPr txBox="1"/>
          <p:nvPr userDrawn="1"/>
        </p:nvSpPr>
        <p:spPr>
          <a:xfrm>
            <a:off x="113494" y="49012"/>
            <a:ext cx="12191603" cy="246221"/>
          </a:xfrm>
          <a:prstGeom prst="rect">
            <a:avLst/>
          </a:prstGeom>
          <a:noFill/>
        </p:spPr>
        <p:txBody>
          <a:bodyPr vert="horz" rtlCol="0">
            <a:spAutoFit/>
          </a:bodyPr>
          <a:lstStyle/>
          <a:p>
            <a:pPr marL="0" marR="0" lvl="0" indent="0" algn="ctr" defTabSz="914391"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7030A0"/>
                </a:solidFill>
                <a:effectLst/>
                <a:uLnTx/>
                <a:uFillTx/>
                <a:latin typeface="Arial" panose="020B0604020202020204" pitchFamily="34" charset="0"/>
                <a:ea typeface="Tahoma" panose="020B0604030504040204" pitchFamily="34" charset="0"/>
                <a:cs typeface="Arial" panose="020B0604020202020204" pitchFamily="34" charset="0"/>
              </a:rPr>
              <a:t>CUI</a:t>
            </a:r>
          </a:p>
        </p:txBody>
      </p:sp>
      <p:sp>
        <p:nvSpPr>
          <p:cNvPr id="5" name="hc" descr="SECRET"/>
          <p:cNvSpPr txBox="1"/>
          <p:nvPr userDrawn="1"/>
        </p:nvSpPr>
        <p:spPr>
          <a:xfrm>
            <a:off x="113494" y="6598960"/>
            <a:ext cx="12191603" cy="246221"/>
          </a:xfrm>
          <a:prstGeom prst="rect">
            <a:avLst/>
          </a:prstGeom>
          <a:noFill/>
        </p:spPr>
        <p:txBody>
          <a:bodyPr vert="horz" rtlCol="0">
            <a:spAutoFit/>
          </a:bodyPr>
          <a:lstStyle/>
          <a:p>
            <a:pPr marL="0" marR="0" lvl="0" indent="0" algn="ctr" defTabSz="914391"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7030A0"/>
                </a:solidFill>
                <a:effectLst/>
                <a:uLnTx/>
                <a:uFillTx/>
                <a:latin typeface="Arial" panose="020B0604020202020204" pitchFamily="34" charset="0"/>
                <a:ea typeface="Tahoma" panose="020B0604030504040204" pitchFamily="34" charset="0"/>
                <a:cs typeface="Arial" panose="020B0604020202020204" pitchFamily="34" charset="0"/>
              </a:rPr>
              <a:t>CUI</a:t>
            </a:r>
          </a:p>
        </p:txBody>
      </p:sp>
      <p:sp>
        <p:nvSpPr>
          <p:cNvPr id="8" name="Title 7"/>
          <p:cNvSpPr>
            <a:spLocks noGrp="1"/>
          </p:cNvSpPr>
          <p:nvPr>
            <p:ph type="title"/>
          </p:nvPr>
        </p:nvSpPr>
        <p:spPr>
          <a:xfrm>
            <a:off x="838200" y="273399"/>
            <a:ext cx="10515600" cy="518453"/>
          </a:xfrm>
          <a:prstGeom prst="rect">
            <a:avLst/>
          </a:prstGeom>
        </p:spPr>
        <p:txBody>
          <a:bodyPr/>
          <a:lstStyle>
            <a:lvl1pPr>
              <a:defRPr b="1"/>
            </a:lvl1pPr>
          </a:lstStyle>
          <a:p>
            <a:r>
              <a:rPr lang="en-US"/>
              <a:t>Click to edit Master title style</a:t>
            </a:r>
          </a:p>
        </p:txBody>
      </p:sp>
      <p:sp>
        <p:nvSpPr>
          <p:cNvPr id="9" name="Line 789"/>
          <p:cNvSpPr>
            <a:spLocks noChangeShapeType="1"/>
          </p:cNvSpPr>
          <p:nvPr userDrawn="1"/>
        </p:nvSpPr>
        <p:spPr bwMode="auto">
          <a:xfrm>
            <a:off x="677333" y="6629400"/>
            <a:ext cx="10905067" cy="22591"/>
          </a:xfrm>
          <a:prstGeom prst="line">
            <a:avLst/>
          </a:prstGeom>
          <a:noFill/>
          <a:ln w="57150" cmpd="thickThin">
            <a:solidFill>
              <a:srgbClr val="A30000"/>
            </a:solidFill>
            <a:round/>
            <a:headEnd/>
            <a:tailEnd/>
          </a:ln>
          <a:effectLst/>
        </p:spPr>
        <p:txBody>
          <a:bodyPr wrap="none" anchor="ctr"/>
          <a:lstStyle/>
          <a:p>
            <a:pPr algn="ctr">
              <a:lnSpc>
                <a:spcPct val="65000"/>
              </a:lnSpc>
              <a:defRPr/>
            </a:pPr>
            <a:endParaRPr lang="en-US" sz="1350">
              <a:solidFill>
                <a:srgbClr val="000000"/>
              </a:solidFill>
            </a:endParaRPr>
          </a:p>
        </p:txBody>
      </p:sp>
      <p:sp>
        <p:nvSpPr>
          <p:cNvPr id="11" name="Rectangle 10"/>
          <p:cNvSpPr/>
          <p:nvPr userDrawn="1"/>
        </p:nvSpPr>
        <p:spPr>
          <a:xfrm>
            <a:off x="-78232" y="6641054"/>
            <a:ext cx="8128000" cy="215444"/>
          </a:xfrm>
          <a:prstGeom prst="rect">
            <a:avLst/>
          </a:prstGeom>
        </p:spPr>
        <p:txBody>
          <a:bodyP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800">
                <a:solidFill>
                  <a:prstClr val="black"/>
                </a:solidFill>
                <a:latin typeface="Arial" panose="020B0604020202020204" pitchFamily="34" charset="0"/>
                <a:cs typeface="Arial" panose="020B0604020202020204" pitchFamily="34" charset="0"/>
              </a:rPr>
              <a:t>OPR:</a:t>
            </a:r>
            <a:endParaRPr kumimoji="0" lang="en-US" sz="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2" name="TextBox 11"/>
          <p:cNvSpPr txBox="1"/>
          <p:nvPr userDrawn="1"/>
        </p:nvSpPr>
        <p:spPr>
          <a:xfrm>
            <a:off x="10955891" y="6653493"/>
            <a:ext cx="1945015" cy="21544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CAO:</a:t>
            </a:r>
          </a:p>
        </p:txBody>
      </p:sp>
    </p:spTree>
    <p:extLst>
      <p:ext uri="{BB962C8B-B14F-4D97-AF65-F5344CB8AC3E}">
        <p14:creationId xmlns:p14="http://schemas.microsoft.com/office/powerpoint/2010/main" val="5848536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CUI_No CAO">
    <p:spTree>
      <p:nvGrpSpPr>
        <p:cNvPr id="1" name=""/>
        <p:cNvGrpSpPr/>
        <p:nvPr/>
      </p:nvGrpSpPr>
      <p:grpSpPr>
        <a:xfrm>
          <a:off x="0" y="0"/>
          <a:ext cx="0" cy="0"/>
          <a:chOff x="0" y="0"/>
          <a:chExt cx="0" cy="0"/>
        </a:xfrm>
      </p:grpSpPr>
      <p:sp>
        <p:nvSpPr>
          <p:cNvPr id="4" name="hc" descr="SECRET"/>
          <p:cNvSpPr txBox="1"/>
          <p:nvPr userDrawn="1"/>
        </p:nvSpPr>
        <p:spPr>
          <a:xfrm>
            <a:off x="113494" y="49012"/>
            <a:ext cx="12191603" cy="246221"/>
          </a:xfrm>
          <a:prstGeom prst="rect">
            <a:avLst/>
          </a:prstGeom>
          <a:noFill/>
        </p:spPr>
        <p:txBody>
          <a:bodyPr vert="horz" rtlCol="0">
            <a:spAutoFit/>
          </a:bodyPr>
          <a:lstStyle/>
          <a:p>
            <a:pPr marL="0" marR="0" lvl="0" indent="0" algn="ctr" defTabSz="914391"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7030A0"/>
                </a:solidFill>
                <a:effectLst/>
                <a:uLnTx/>
                <a:uFillTx/>
                <a:latin typeface="Arial" panose="020B0604020202020204" pitchFamily="34" charset="0"/>
                <a:ea typeface="Tahoma" panose="020B0604030504040204" pitchFamily="34" charset="0"/>
                <a:cs typeface="Arial" panose="020B0604020202020204" pitchFamily="34" charset="0"/>
              </a:rPr>
              <a:t>CUI</a:t>
            </a:r>
          </a:p>
        </p:txBody>
      </p:sp>
      <p:sp>
        <p:nvSpPr>
          <p:cNvPr id="5" name="hc" descr="SECRET"/>
          <p:cNvSpPr txBox="1"/>
          <p:nvPr userDrawn="1"/>
        </p:nvSpPr>
        <p:spPr>
          <a:xfrm>
            <a:off x="113494" y="6598960"/>
            <a:ext cx="12191603" cy="246221"/>
          </a:xfrm>
          <a:prstGeom prst="rect">
            <a:avLst/>
          </a:prstGeom>
          <a:noFill/>
        </p:spPr>
        <p:txBody>
          <a:bodyPr vert="horz" rtlCol="0">
            <a:spAutoFit/>
          </a:bodyPr>
          <a:lstStyle/>
          <a:p>
            <a:pPr marL="0" marR="0" lvl="0" indent="0" algn="ctr" defTabSz="914391"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7030A0"/>
                </a:solidFill>
                <a:effectLst/>
                <a:uLnTx/>
                <a:uFillTx/>
                <a:latin typeface="Arial" panose="020B0604020202020204" pitchFamily="34" charset="0"/>
                <a:ea typeface="Tahoma" panose="020B0604030504040204" pitchFamily="34" charset="0"/>
                <a:cs typeface="Arial" panose="020B0604020202020204" pitchFamily="34" charset="0"/>
              </a:rPr>
              <a:t>CUI</a:t>
            </a:r>
          </a:p>
        </p:txBody>
      </p:sp>
      <p:sp>
        <p:nvSpPr>
          <p:cNvPr id="8" name="Title 7"/>
          <p:cNvSpPr>
            <a:spLocks noGrp="1"/>
          </p:cNvSpPr>
          <p:nvPr>
            <p:ph type="title"/>
          </p:nvPr>
        </p:nvSpPr>
        <p:spPr>
          <a:xfrm>
            <a:off x="838200" y="273399"/>
            <a:ext cx="10515600" cy="518453"/>
          </a:xfrm>
          <a:prstGeom prst="rect">
            <a:avLst/>
          </a:prstGeom>
        </p:spPr>
        <p:txBody>
          <a:bodyPr/>
          <a:lstStyle>
            <a:lvl1pPr>
              <a:defRPr b="1"/>
            </a:lvl1pPr>
          </a:lstStyle>
          <a:p>
            <a:r>
              <a:rPr lang="en-US"/>
              <a:t>Click to edit Master title style</a:t>
            </a:r>
          </a:p>
        </p:txBody>
      </p:sp>
      <p:sp>
        <p:nvSpPr>
          <p:cNvPr id="9" name="Line 789"/>
          <p:cNvSpPr>
            <a:spLocks noChangeShapeType="1"/>
          </p:cNvSpPr>
          <p:nvPr userDrawn="1"/>
        </p:nvSpPr>
        <p:spPr bwMode="auto">
          <a:xfrm>
            <a:off x="677333" y="6629400"/>
            <a:ext cx="10905067" cy="22591"/>
          </a:xfrm>
          <a:prstGeom prst="line">
            <a:avLst/>
          </a:prstGeom>
          <a:noFill/>
          <a:ln w="57150" cmpd="thickThin">
            <a:solidFill>
              <a:srgbClr val="A30000"/>
            </a:solidFill>
            <a:round/>
            <a:headEnd/>
            <a:tailEnd/>
          </a:ln>
          <a:effectLst/>
        </p:spPr>
        <p:txBody>
          <a:bodyPr wrap="none" anchor="ctr"/>
          <a:lstStyle/>
          <a:p>
            <a:pPr algn="ctr">
              <a:lnSpc>
                <a:spcPct val="65000"/>
              </a:lnSpc>
              <a:defRPr/>
            </a:pPr>
            <a:endParaRPr lang="en-US" sz="1350">
              <a:solidFill>
                <a:srgbClr val="000000"/>
              </a:solidFill>
            </a:endParaRPr>
          </a:p>
        </p:txBody>
      </p:sp>
    </p:spTree>
    <p:extLst>
      <p:ext uri="{BB962C8B-B14F-4D97-AF65-F5344CB8AC3E}">
        <p14:creationId xmlns:p14="http://schemas.microsoft.com/office/powerpoint/2010/main" val="37738902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Closing Comments ">
    <p:spTree>
      <p:nvGrpSpPr>
        <p:cNvPr id="1" name=""/>
        <p:cNvGrpSpPr/>
        <p:nvPr/>
      </p:nvGrpSpPr>
      <p:grpSpPr>
        <a:xfrm>
          <a:off x="0" y="0"/>
          <a:ext cx="0" cy="0"/>
          <a:chOff x="0" y="0"/>
          <a:chExt cx="0" cy="0"/>
        </a:xfrm>
      </p:grpSpPr>
      <p:sp>
        <p:nvSpPr>
          <p:cNvPr id="3" name="Title 7"/>
          <p:cNvSpPr>
            <a:spLocks noGrp="1"/>
          </p:cNvSpPr>
          <p:nvPr>
            <p:ph type="title" hasCustomPrompt="1"/>
          </p:nvPr>
        </p:nvSpPr>
        <p:spPr>
          <a:xfrm>
            <a:off x="838200" y="273399"/>
            <a:ext cx="10515600" cy="518453"/>
          </a:xfrm>
          <a:prstGeom prst="rect">
            <a:avLst/>
          </a:prstGeom>
        </p:spPr>
        <p:txBody>
          <a:bodyPr/>
          <a:lstStyle>
            <a:lvl1pPr>
              <a:defRPr b="1"/>
            </a:lvl1pPr>
          </a:lstStyle>
          <a:p>
            <a:r>
              <a:rPr lang="en-US"/>
              <a:t>Closing Comments</a:t>
            </a:r>
          </a:p>
        </p:txBody>
      </p:sp>
      <p:pic>
        <p:nvPicPr>
          <p:cNvPr id="4" name="Picture 3" descr="Colonel_insignia"/>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693634" y="2815168"/>
            <a:ext cx="3217126" cy="1667956"/>
          </a:xfrm>
          <a:prstGeom prst="rect">
            <a:avLst/>
          </a:prstGeom>
          <a:solidFill>
            <a:srgbClr val="FF0000"/>
          </a:solidFill>
          <a:ln>
            <a:noFill/>
          </a:ln>
        </p:spPr>
      </p:pic>
      <p:pic>
        <p:nvPicPr>
          <p:cNvPr id="5" name="Picture 4"/>
          <p:cNvPicPr>
            <a:picLocks noChangeAspect="1"/>
          </p:cNvPicPr>
          <p:nvPr userDrawn="1"/>
        </p:nvPicPr>
        <p:blipFill>
          <a:blip r:embed="rId3"/>
          <a:stretch>
            <a:fillRect/>
          </a:stretch>
        </p:blipFill>
        <p:spPr>
          <a:xfrm>
            <a:off x="7341652" y="2127601"/>
            <a:ext cx="1556397" cy="2535090"/>
          </a:xfrm>
          <a:prstGeom prst="rect">
            <a:avLst/>
          </a:prstGeom>
        </p:spPr>
      </p:pic>
      <p:sp>
        <p:nvSpPr>
          <p:cNvPr id="8" name="hc" descr="SECRET"/>
          <p:cNvSpPr txBox="1"/>
          <p:nvPr userDrawn="1"/>
        </p:nvSpPr>
        <p:spPr>
          <a:xfrm>
            <a:off x="113494" y="49012"/>
            <a:ext cx="12191603" cy="246221"/>
          </a:xfrm>
          <a:prstGeom prst="rect">
            <a:avLst/>
          </a:prstGeom>
          <a:noFill/>
        </p:spPr>
        <p:txBody>
          <a:bodyPr vert="horz" rtlCol="0">
            <a:spAutoFit/>
          </a:bodyPr>
          <a:lstStyle/>
          <a:p>
            <a:pPr marL="0" marR="0" lvl="0" indent="0" algn="ctr" defTabSz="914391"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B050"/>
                </a:solidFill>
                <a:effectLst/>
                <a:uLnTx/>
                <a:uFillTx/>
                <a:latin typeface="Arial" panose="020B0604020202020204" pitchFamily="34" charset="0"/>
                <a:ea typeface="Tahoma" panose="020B0604030504040204" pitchFamily="34" charset="0"/>
                <a:cs typeface="Arial" panose="020B0604020202020204" pitchFamily="34" charset="0"/>
              </a:rPr>
              <a:t>UNCLASSIFIED//FOUO</a:t>
            </a:r>
          </a:p>
        </p:txBody>
      </p:sp>
      <p:sp>
        <p:nvSpPr>
          <p:cNvPr id="9" name="hc" descr="SECRET"/>
          <p:cNvSpPr txBox="1"/>
          <p:nvPr userDrawn="1"/>
        </p:nvSpPr>
        <p:spPr>
          <a:xfrm>
            <a:off x="113494" y="6598960"/>
            <a:ext cx="12191603" cy="246221"/>
          </a:xfrm>
          <a:prstGeom prst="rect">
            <a:avLst/>
          </a:prstGeom>
          <a:noFill/>
        </p:spPr>
        <p:txBody>
          <a:bodyPr vert="horz" rtlCol="0">
            <a:spAutoFit/>
          </a:bodyPr>
          <a:lstStyle/>
          <a:p>
            <a:pPr marL="0" marR="0" lvl="0" indent="0" algn="ctr" defTabSz="914391"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B050"/>
                </a:solidFill>
                <a:effectLst/>
                <a:uLnTx/>
                <a:uFillTx/>
                <a:latin typeface="Arial" panose="020B0604020202020204" pitchFamily="34" charset="0"/>
                <a:ea typeface="Tahoma" panose="020B0604030504040204" pitchFamily="34" charset="0"/>
                <a:cs typeface="Arial" panose="020B0604020202020204" pitchFamily="34" charset="0"/>
              </a:rPr>
              <a:t>UNCLASSIFIED//FOUO</a:t>
            </a:r>
          </a:p>
        </p:txBody>
      </p:sp>
    </p:spTree>
    <p:extLst>
      <p:ext uri="{BB962C8B-B14F-4D97-AF65-F5344CB8AC3E}">
        <p14:creationId xmlns:p14="http://schemas.microsoft.com/office/powerpoint/2010/main" val="4420378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Full Pane-SIPR">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E45796C-7B62-4FD4-A218-9F76074061EF}"/>
              </a:ext>
            </a:extLst>
          </p:cNvPr>
          <p:cNvSpPr>
            <a:spLocks noGrp="1"/>
          </p:cNvSpPr>
          <p:nvPr>
            <p:ph type="sldNum" sz="quarter" idx="4"/>
          </p:nvPr>
        </p:nvSpPr>
        <p:spPr>
          <a:xfrm>
            <a:off x="9411366" y="647462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D9F8C8-7E09-4213-BD64-2EC70167A6DF}" type="slidenum">
              <a:rPr lang="en-US" smtClean="0"/>
              <a:t>‹#›</a:t>
            </a:fld>
            <a:endParaRPr lang="en-US"/>
          </a:p>
        </p:txBody>
      </p:sp>
    </p:spTree>
    <p:extLst>
      <p:ext uri="{BB962C8B-B14F-4D97-AF65-F5344CB8AC3E}">
        <p14:creationId xmlns:p14="http://schemas.microsoft.com/office/powerpoint/2010/main" val="194778073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600202"/>
            <a:ext cx="109728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600" y="6356355"/>
            <a:ext cx="2844800" cy="365125"/>
          </a:xfrm>
          <a:prstGeom prst="rect">
            <a:avLst/>
          </a:prstGeom>
        </p:spPr>
        <p:txBody>
          <a:bodyPr/>
          <a:lstStyle/>
          <a:p>
            <a:fld id="{526D07F3-3DC4-4945-86FF-940AAADAF7F3}" type="datetime1">
              <a:rPr lang="en-US" smtClean="0">
                <a:solidFill>
                  <a:prstClr val="black">
                    <a:tint val="75000"/>
                  </a:prstClr>
                </a:solidFill>
              </a:rPr>
              <a:pPr/>
              <a:t>4/23/2025</a:t>
            </a:fld>
            <a:endParaRPr lang="en-US">
              <a:solidFill>
                <a:prstClr val="black">
                  <a:tint val="75000"/>
                </a:prstClr>
              </a:solidFill>
            </a:endParaRPr>
          </a:p>
        </p:txBody>
      </p:sp>
      <p:sp>
        <p:nvSpPr>
          <p:cNvPr id="6" name="Slide Number Placeholder 5"/>
          <p:cNvSpPr>
            <a:spLocks noGrp="1"/>
          </p:cNvSpPr>
          <p:nvPr>
            <p:ph type="sldNum" sz="quarter" idx="12"/>
          </p:nvPr>
        </p:nvSpPr>
        <p:spPr>
          <a:xfrm>
            <a:off x="8737600" y="6356355"/>
            <a:ext cx="2844800" cy="365125"/>
          </a:xfrm>
          <a:prstGeom prst="rect">
            <a:avLst/>
          </a:prstGeom>
        </p:spPr>
        <p:txBody>
          <a:bodyPr/>
          <a:lstStyle/>
          <a:p>
            <a:fld id="{39D4F151-9A3B-4F9F-8534-E75530BAF6A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998810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7" name="Text Placeholder 4"/>
          <p:cNvSpPr>
            <a:spLocks noGrp="1"/>
          </p:cNvSpPr>
          <p:nvPr>
            <p:ph type="body" sz="quarter" idx="15" hasCustomPrompt="1"/>
          </p:nvPr>
        </p:nvSpPr>
        <p:spPr>
          <a:xfrm>
            <a:off x="609600" y="6629400"/>
            <a:ext cx="2438400" cy="228600"/>
          </a:xfrm>
          <a:prstGeom prst="rect">
            <a:avLst/>
          </a:prstGeom>
        </p:spPr>
        <p:txBody>
          <a:bodyPr/>
          <a:lstStyle>
            <a:lvl1pPr algn="ctr">
              <a:buNone/>
              <a:defRPr sz="1000" b="0">
                <a:solidFill>
                  <a:schemeClr val="bg1">
                    <a:lumMod val="50000"/>
                  </a:schemeClr>
                </a:solidFill>
              </a:defRPr>
            </a:lvl1pPr>
          </a:lstStyle>
          <a:p>
            <a:r>
              <a:rPr lang="en-US" sz="1200">
                <a:solidFill>
                  <a:schemeClr val="bg1">
                    <a:lumMod val="50000"/>
                  </a:schemeClr>
                </a:solidFill>
              </a:rPr>
              <a:t>As of: 11/5/2013</a:t>
            </a:r>
          </a:p>
        </p:txBody>
      </p:sp>
    </p:spTree>
    <p:extLst>
      <p:ext uri="{BB962C8B-B14F-4D97-AF65-F5344CB8AC3E}">
        <p14:creationId xmlns:p14="http://schemas.microsoft.com/office/powerpoint/2010/main" val="39817401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68272911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x">
  <p:cSld name="Title Slide">
    <p:spTree>
      <p:nvGrpSpPr>
        <p:cNvPr id="1" name=""/>
        <p:cNvGrpSpPr/>
        <p:nvPr/>
      </p:nvGrpSpPr>
      <p:grpSpPr>
        <a:xfrm>
          <a:off x="0" y="0"/>
          <a:ext cx="0" cy="0"/>
          <a:chOff x="0" y="0"/>
          <a:chExt cx="0" cy="0"/>
        </a:xfrm>
      </p:grpSpPr>
      <p:sp>
        <p:nvSpPr>
          <p:cNvPr id="16" name="PlaceHolder 1"/>
          <p:cNvSpPr>
            <a:spLocks noGrp="1"/>
          </p:cNvSpPr>
          <p:nvPr>
            <p:ph type="title"/>
          </p:nvPr>
        </p:nvSpPr>
        <p:spPr>
          <a:xfrm>
            <a:off x="1746720" y="86400"/>
            <a:ext cx="9255960" cy="53532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7" name="PlaceHolder 2"/>
          <p:cNvSpPr>
            <a:spLocks noGrp="1"/>
          </p:cNvSpPr>
          <p:nvPr>
            <p:ph type="subTitle"/>
          </p:nvPr>
        </p:nvSpPr>
        <p:spPr>
          <a:xfrm>
            <a:off x="641520" y="1425960"/>
            <a:ext cx="10909080" cy="4350960"/>
          </a:xfrm>
          <a:prstGeom prst="rect">
            <a:avLst/>
          </a:prstGeom>
        </p:spPr>
        <p:txBody>
          <a:bodyPr lIns="0" tIns="0" rIns="0" bIns="0" anchor="ctr">
            <a:noAutofit/>
          </a:bodyPr>
          <a:lstStyle/>
          <a:p>
            <a:pPr algn="ctr"/>
            <a:endParaRPr lang="en-US" sz="3200" b="0" strike="noStrike" spc="-1">
              <a:latin typeface="Arial"/>
            </a:endParaRPr>
          </a:p>
        </p:txBody>
      </p:sp>
    </p:spTree>
    <p:extLst>
      <p:ext uri="{BB962C8B-B14F-4D97-AF65-F5344CB8AC3E}">
        <p14:creationId xmlns:p14="http://schemas.microsoft.com/office/powerpoint/2010/main" val="179419309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Black Background Layout">
    <p:spTree>
      <p:nvGrpSpPr>
        <p:cNvPr id="1" name=""/>
        <p:cNvGrpSpPr/>
        <p:nvPr/>
      </p:nvGrpSpPr>
      <p:grpSpPr>
        <a:xfrm>
          <a:off x="0" y="0"/>
          <a:ext cx="0" cy="0"/>
          <a:chOff x="0" y="0"/>
          <a:chExt cx="0" cy="0"/>
        </a:xfrm>
      </p:grpSpPr>
      <p:sp>
        <p:nvSpPr>
          <p:cNvPr id="3" name="hc" descr="SECRET"/>
          <p:cNvSpPr txBox="1"/>
          <p:nvPr userDrawn="1"/>
        </p:nvSpPr>
        <p:spPr>
          <a:xfrm>
            <a:off x="0" y="0"/>
            <a:ext cx="12192000" cy="276999"/>
          </a:xfrm>
          <a:prstGeom prst="rect">
            <a:avLst/>
          </a:prstGeom>
          <a:noFill/>
        </p:spPr>
        <p:txBody>
          <a:bodyPr vert="horz" wrap="square" rtlCol="0">
            <a:spAutoFit/>
          </a:bodyPr>
          <a:lstStyle/>
          <a:p>
            <a:pPr marL="0" marR="0" lvl="0" indent="0" algn="ctr" defTabSz="914391"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0000"/>
                </a:solidFill>
                <a:effectLst/>
                <a:uLnTx/>
                <a:uFillTx/>
                <a:latin typeface=" Arial"/>
                <a:ea typeface="Tahoma" panose="020B0604030504040204" pitchFamily="34" charset="0"/>
                <a:cs typeface="Tahoma" panose="020B0604030504040204" pitchFamily="34" charset="0"/>
              </a:rPr>
              <a:t>SECRET//REL USA, FVEY</a:t>
            </a:r>
          </a:p>
        </p:txBody>
      </p:sp>
      <p:sp>
        <p:nvSpPr>
          <p:cNvPr id="4" name="hc" descr="SECRET"/>
          <p:cNvSpPr txBox="1"/>
          <p:nvPr userDrawn="1"/>
        </p:nvSpPr>
        <p:spPr>
          <a:xfrm>
            <a:off x="0" y="6632713"/>
            <a:ext cx="12192000" cy="276999"/>
          </a:xfrm>
          <a:prstGeom prst="rect">
            <a:avLst/>
          </a:prstGeom>
          <a:noFill/>
        </p:spPr>
        <p:txBody>
          <a:bodyPr vert="horz" wrap="square" rtlCol="0">
            <a:spAutoFit/>
          </a:bodyPr>
          <a:lstStyle/>
          <a:p>
            <a:pPr marL="0" marR="0" lvl="0" indent="0" algn="ctr" defTabSz="914391"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0000"/>
                </a:solidFill>
                <a:effectLst/>
                <a:uLnTx/>
                <a:uFillTx/>
                <a:latin typeface=" Arial"/>
                <a:ea typeface="Tahoma" panose="020B0604030504040204" pitchFamily="34" charset="0"/>
                <a:cs typeface="Tahoma" panose="020B0604030504040204" pitchFamily="34" charset="0"/>
              </a:rPr>
              <a:t>SECRET//REL USA, FVEY</a:t>
            </a:r>
          </a:p>
        </p:txBody>
      </p:sp>
    </p:spTree>
    <p:extLst>
      <p:ext uri="{BB962C8B-B14F-4D97-AF65-F5344CB8AC3E}">
        <p14:creationId xmlns:p14="http://schemas.microsoft.com/office/powerpoint/2010/main" val="31536640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E2A6BF2-20F6-40C8-9CC9-7C6F8C8D0268}" type="datetimeFigureOut">
              <a:rPr lang="en-US" smtClean="0"/>
              <a:t>4/23/2025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CCE9F05-8BC6-4414-BE47-EFE85E548254}" type="slidenum">
              <a:rPr lang="en-US" smtClean="0"/>
              <a:t>‹#›</a:t>
            </a:fld>
            <a:endParaRPr lang="en-US"/>
          </a:p>
        </p:txBody>
      </p:sp>
    </p:spTree>
    <p:extLst>
      <p:ext uri="{BB962C8B-B14F-4D97-AF65-F5344CB8AC3E}">
        <p14:creationId xmlns:p14="http://schemas.microsoft.com/office/powerpoint/2010/main" val="138857484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E2A6BF2-20F6-40C8-9CC9-7C6F8C8D0268}" type="datetimeFigureOut">
              <a:rPr lang="en-US" smtClean="0"/>
              <a:t>4/23/2025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CE9F05-8BC6-4414-BE47-EFE85E548254}" type="slidenum">
              <a:rPr lang="en-US" smtClean="0"/>
              <a:t>‹#›</a:t>
            </a:fld>
            <a:endParaRPr lang="en-US"/>
          </a:p>
        </p:txBody>
      </p:sp>
    </p:spTree>
    <p:extLst>
      <p:ext uri="{BB962C8B-B14F-4D97-AF65-F5344CB8AC3E}">
        <p14:creationId xmlns:p14="http://schemas.microsoft.com/office/powerpoint/2010/main" val="273780148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Line 789"/>
          <p:cNvSpPr>
            <a:spLocks noChangeShapeType="1"/>
          </p:cNvSpPr>
          <p:nvPr userDrawn="1"/>
        </p:nvSpPr>
        <p:spPr bwMode="auto">
          <a:xfrm>
            <a:off x="677333" y="6629400"/>
            <a:ext cx="10905067" cy="22591"/>
          </a:xfrm>
          <a:prstGeom prst="line">
            <a:avLst/>
          </a:prstGeom>
          <a:noFill/>
          <a:ln w="57150" cmpd="thickThin">
            <a:solidFill>
              <a:srgbClr val="A30000"/>
            </a:solidFill>
            <a:round/>
            <a:headEnd/>
            <a:tailEnd/>
          </a:ln>
          <a:effectLst/>
        </p:spPr>
        <p:txBody>
          <a:bodyPr wrap="none" anchor="ctr"/>
          <a:lstStyle/>
          <a:p>
            <a:pPr algn="ctr">
              <a:lnSpc>
                <a:spcPct val="65000"/>
              </a:lnSpc>
              <a:defRPr/>
            </a:pPr>
            <a:endParaRPr lang="en-US" sz="1350">
              <a:solidFill>
                <a:srgbClr val="000000"/>
              </a:solidFill>
            </a:endParaRPr>
          </a:p>
        </p:txBody>
      </p:sp>
      <p:cxnSp>
        <p:nvCxnSpPr>
          <p:cNvPr id="5" name="Straight Connector 4"/>
          <p:cNvCxnSpPr/>
          <p:nvPr userDrawn="1"/>
        </p:nvCxnSpPr>
        <p:spPr>
          <a:xfrm>
            <a:off x="-15547" y="795486"/>
            <a:ext cx="12207548" cy="10886"/>
          </a:xfrm>
          <a:prstGeom prst="line">
            <a:avLst/>
          </a:prstGeom>
          <a:ln w="53975" cmpd="dbl">
            <a:solidFill>
              <a:srgbClr val="FF0000"/>
            </a:solidFill>
            <a:prstDash val="solid"/>
          </a:ln>
          <a:scene3d>
            <a:camera prst="orthographicFront"/>
            <a:lightRig rig="threePt" dir="t"/>
          </a:scene3d>
          <a:sp3d contourW="6350">
            <a:bevelT prst="slope"/>
          </a:sp3d>
        </p:spPr>
        <p:style>
          <a:lnRef idx="1">
            <a:schemeClr val="accent1"/>
          </a:lnRef>
          <a:fillRef idx="0">
            <a:schemeClr val="accent1"/>
          </a:fillRef>
          <a:effectRef idx="0">
            <a:schemeClr val="accent1"/>
          </a:effectRef>
          <a:fontRef idx="minor">
            <a:schemeClr val="tx1"/>
          </a:fontRef>
        </p:style>
      </p:cxnSp>
      <p:sp>
        <p:nvSpPr>
          <p:cNvPr id="2" name="TextBox 1"/>
          <p:cNvSpPr txBox="1"/>
          <p:nvPr userDrawn="1"/>
        </p:nvSpPr>
        <p:spPr>
          <a:xfrm>
            <a:off x="76200" y="6629400"/>
            <a:ext cx="2133600" cy="369332"/>
          </a:xfrm>
          <a:prstGeom prst="rect">
            <a:avLst/>
          </a:prstGeom>
          <a:noFill/>
        </p:spPr>
        <p:txBody>
          <a:bodyPr wrap="square" rtlCol="0">
            <a:spAutoFit/>
          </a:bodyPr>
          <a:lstStyle/>
          <a:p>
            <a:endParaRPr lang="en-US"/>
          </a:p>
        </p:txBody>
      </p:sp>
      <p:pic>
        <p:nvPicPr>
          <p:cNvPr id="7" name="Picture 6" descr="Logo, arrow&#10;&#10;Description automatically generated">
            <a:extLst>
              <a:ext uri="{FF2B5EF4-FFF2-40B4-BE49-F238E27FC236}">
                <a16:creationId xmlns:a16="http://schemas.microsoft.com/office/drawing/2014/main" id="{89330C84-52C5-2009-9D45-E8588CBC89E7}"/>
              </a:ext>
            </a:extLst>
          </p:cNvPr>
          <p:cNvPicPr>
            <a:picLocks noChangeAspect="1"/>
          </p:cNvPicPr>
          <p:nvPr userDrawn="1"/>
        </p:nvPicPr>
        <p:blipFill>
          <a:blip r:embed="rId33" cstate="print">
            <a:extLst>
              <a:ext uri="{28A0092B-C50C-407E-A947-70E740481C1C}">
                <a14:useLocalDpi xmlns:a14="http://schemas.microsoft.com/office/drawing/2010/main" val="0"/>
              </a:ext>
            </a:extLst>
          </a:blip>
          <a:stretch>
            <a:fillRect/>
          </a:stretch>
        </p:blipFill>
        <p:spPr>
          <a:xfrm>
            <a:off x="119838" y="35201"/>
            <a:ext cx="880148" cy="736396"/>
          </a:xfrm>
          <a:prstGeom prst="rect">
            <a:avLst/>
          </a:prstGeom>
        </p:spPr>
      </p:pic>
      <p:pic>
        <p:nvPicPr>
          <p:cNvPr id="4" name="Picture 3">
            <a:extLst>
              <a:ext uri="{FF2B5EF4-FFF2-40B4-BE49-F238E27FC236}">
                <a16:creationId xmlns:a16="http://schemas.microsoft.com/office/drawing/2014/main" id="{0C9D697B-EF64-738D-B9FF-D5B909E8BB12}"/>
              </a:ext>
            </a:extLst>
          </p:cNvPr>
          <p:cNvPicPr>
            <a:picLocks noChangeAspect="1"/>
          </p:cNvPicPr>
          <p:nvPr userDrawn="1"/>
        </p:nvPicPr>
        <p:blipFill>
          <a:blip r:embed="rId34"/>
          <a:stretch>
            <a:fillRect/>
          </a:stretch>
        </p:blipFill>
        <p:spPr>
          <a:xfrm>
            <a:off x="11270611" y="-58016"/>
            <a:ext cx="864388" cy="864388"/>
          </a:xfrm>
          <a:prstGeom prst="rect">
            <a:avLst/>
          </a:prstGeom>
        </p:spPr>
      </p:pic>
    </p:spTree>
    <p:extLst>
      <p:ext uri="{BB962C8B-B14F-4D97-AF65-F5344CB8AC3E}">
        <p14:creationId xmlns:p14="http://schemas.microsoft.com/office/powerpoint/2010/main" val="33402848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Lst>
  <p:hf sldNum="0" hdr="0" ftr="0"/>
  <p:txStyles>
    <p:titleStyle>
      <a:lvl1pPr algn="ctr" defTabSz="685800" rtl="0" eaLnBrk="1" latinLnBrk="0" hangingPunct="1">
        <a:lnSpc>
          <a:spcPct val="90000"/>
        </a:lnSpc>
        <a:spcBef>
          <a:spcPct val="0"/>
        </a:spcBef>
        <a:buNone/>
        <a:defRPr sz="3300" kern="1200">
          <a:solidFill>
            <a:schemeClr val="tx1"/>
          </a:solidFill>
          <a:latin typeface="Arial" panose="020B0604020202020204" pitchFamily="34" charset="0"/>
          <a:ea typeface="+mj-ea"/>
          <a:cs typeface="Arial" panose="020B0604020202020204" pitchFamily="34" charset="0"/>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70096" y="202653"/>
            <a:ext cx="10322839" cy="520655"/>
          </a:xfrm>
          <a:prstGeom prst="rect">
            <a:avLst/>
          </a:prstGeom>
        </p:spPr>
        <p:txBody>
          <a:bodyPr vert="horz" wrap="square" lIns="0" tIns="12700" rIns="0" bIns="0" rtlCol="0">
            <a:spAutoFit/>
          </a:bodyPr>
          <a:lstStyle/>
          <a:p>
            <a:pPr marL="12700" algn="ctr">
              <a:lnSpc>
                <a:spcPct val="100000"/>
              </a:lnSpc>
              <a:spcBef>
                <a:spcPts val="100"/>
              </a:spcBef>
            </a:pPr>
            <a:r>
              <a:rPr lang="en-US" spc="-5" dirty="0"/>
              <a:t>PAT XIV STORY BOARD</a:t>
            </a:r>
            <a:endParaRPr dirty="0"/>
          </a:p>
        </p:txBody>
      </p:sp>
      <p:pic>
        <p:nvPicPr>
          <p:cNvPr id="12" name="Picture 11">
            <a:extLst>
              <a:ext uri="{FF2B5EF4-FFF2-40B4-BE49-F238E27FC236}">
                <a16:creationId xmlns:a16="http://schemas.microsoft.com/office/drawing/2014/main" id="{B6795DBE-FAF3-D14F-6311-CCE82454D64F}"/>
              </a:ext>
            </a:extLst>
          </p:cNvPr>
          <p:cNvPicPr preferRelativeResize="0">
            <a:picLocks/>
          </p:cNvPicPr>
          <p:nvPr/>
        </p:nvPicPr>
        <p:blipFill rotWithShape="1">
          <a:blip r:embed="rId2"/>
          <a:srcRect l="69485" t="26340" r="16675" b="24161"/>
          <a:stretch/>
        </p:blipFill>
        <p:spPr>
          <a:xfrm>
            <a:off x="570096" y="904905"/>
            <a:ext cx="11051807" cy="4121495"/>
          </a:xfrm>
          <a:prstGeom prst="rect">
            <a:avLst/>
          </a:prstGeom>
          <a:ln w="28575">
            <a:solidFill>
              <a:schemeClr val="tx1"/>
            </a:solidFill>
          </a:ln>
        </p:spPr>
      </p:pic>
      <p:grpSp>
        <p:nvGrpSpPr>
          <p:cNvPr id="13" name="Group 12">
            <a:extLst>
              <a:ext uri="{FF2B5EF4-FFF2-40B4-BE49-F238E27FC236}">
                <a16:creationId xmlns:a16="http://schemas.microsoft.com/office/drawing/2014/main" id="{63BC248B-2B45-C752-53A5-D7D850BB37D4}"/>
              </a:ext>
            </a:extLst>
          </p:cNvPr>
          <p:cNvGrpSpPr/>
          <p:nvPr/>
        </p:nvGrpSpPr>
        <p:grpSpPr>
          <a:xfrm>
            <a:off x="4408114" y="3496235"/>
            <a:ext cx="459722" cy="235883"/>
            <a:chOff x="2624137" y="2578099"/>
            <a:chExt cx="561733" cy="365125"/>
          </a:xfrm>
        </p:grpSpPr>
        <p:sp>
          <p:nvSpPr>
            <p:cNvPr id="14" name="Rectangle 816">
              <a:extLst>
                <a:ext uri="{FF2B5EF4-FFF2-40B4-BE49-F238E27FC236}">
                  <a16:creationId xmlns:a16="http://schemas.microsoft.com/office/drawing/2014/main" id="{13249631-3574-53F9-8C7F-827FEF47D360}"/>
                </a:ext>
              </a:extLst>
            </p:cNvPr>
            <p:cNvSpPr>
              <a:spLocks noChangeArrowheads="1"/>
            </p:cNvSpPr>
            <p:nvPr/>
          </p:nvSpPr>
          <p:spPr bwMode="auto">
            <a:xfrm>
              <a:off x="2638183" y="2578099"/>
              <a:ext cx="547687" cy="365125"/>
            </a:xfrm>
            <a:prstGeom prst="rect">
              <a:avLst/>
            </a:prstGeom>
            <a:solidFill>
              <a:srgbClr val="80E0FF"/>
            </a:solidFill>
            <a:ln w="28575">
              <a:solidFill>
                <a:schemeClr val="tx1"/>
              </a:solid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nvGrpSpPr>
            <p:cNvPr id="15" name="Group 475">
              <a:extLst>
                <a:ext uri="{FF2B5EF4-FFF2-40B4-BE49-F238E27FC236}">
                  <a16:creationId xmlns:a16="http://schemas.microsoft.com/office/drawing/2014/main" id="{F229E437-D08E-B51F-3769-92D58D87F59F}"/>
                </a:ext>
              </a:extLst>
            </p:cNvPr>
            <p:cNvGrpSpPr>
              <a:grpSpLocks/>
            </p:cNvGrpSpPr>
            <p:nvPr/>
          </p:nvGrpSpPr>
          <p:grpSpPr bwMode="auto">
            <a:xfrm>
              <a:off x="2624137" y="2602706"/>
              <a:ext cx="541338" cy="315912"/>
              <a:chOff x="288" y="2640"/>
              <a:chExt cx="341" cy="199"/>
            </a:xfrm>
          </p:grpSpPr>
          <p:grpSp>
            <p:nvGrpSpPr>
              <p:cNvPr id="16" name="Group 69">
                <a:extLst>
                  <a:ext uri="{FF2B5EF4-FFF2-40B4-BE49-F238E27FC236}">
                    <a16:creationId xmlns:a16="http://schemas.microsoft.com/office/drawing/2014/main" id="{ED2D10B5-D002-40C5-07ED-A4939E0322B9}"/>
                  </a:ext>
                </a:extLst>
              </p:cNvPr>
              <p:cNvGrpSpPr>
                <a:grpSpLocks/>
              </p:cNvGrpSpPr>
              <p:nvPr/>
            </p:nvGrpSpPr>
            <p:grpSpPr bwMode="auto">
              <a:xfrm>
                <a:off x="423" y="2670"/>
                <a:ext cx="71" cy="89"/>
                <a:chOff x="1930" y="2043"/>
                <a:chExt cx="72" cy="89"/>
              </a:xfrm>
            </p:grpSpPr>
            <p:sp>
              <p:nvSpPr>
                <p:cNvPr id="20" name="Freeform 70">
                  <a:extLst>
                    <a:ext uri="{FF2B5EF4-FFF2-40B4-BE49-F238E27FC236}">
                      <a16:creationId xmlns:a16="http://schemas.microsoft.com/office/drawing/2014/main" id="{DB5E59CA-BAA2-1050-D35C-DE70FD80B1B0}"/>
                    </a:ext>
                  </a:extLst>
                </p:cNvPr>
                <p:cNvSpPr>
                  <a:spLocks/>
                </p:cNvSpPr>
                <p:nvPr/>
              </p:nvSpPr>
              <p:spPr bwMode="auto">
                <a:xfrm>
                  <a:off x="1930" y="2043"/>
                  <a:ext cx="47" cy="89"/>
                </a:xfrm>
                <a:custGeom>
                  <a:avLst/>
                  <a:gdLst/>
                  <a:ahLst/>
                  <a:cxnLst>
                    <a:cxn ang="0">
                      <a:pos x="65" y="107"/>
                    </a:cxn>
                    <a:cxn ang="0">
                      <a:pos x="32" y="99"/>
                    </a:cxn>
                    <a:cxn ang="0">
                      <a:pos x="14" y="87"/>
                    </a:cxn>
                    <a:cxn ang="0">
                      <a:pos x="3" y="72"/>
                    </a:cxn>
                    <a:cxn ang="0">
                      <a:pos x="0" y="57"/>
                    </a:cxn>
                    <a:cxn ang="0">
                      <a:pos x="3" y="38"/>
                    </a:cxn>
                    <a:cxn ang="0">
                      <a:pos x="18" y="18"/>
                    </a:cxn>
                    <a:cxn ang="0">
                      <a:pos x="42" y="6"/>
                    </a:cxn>
                    <a:cxn ang="0">
                      <a:pos x="66" y="0"/>
                    </a:cxn>
                  </a:cxnLst>
                  <a:rect l="0" t="0" r="r" b="b"/>
                  <a:pathLst>
                    <a:path w="66" h="107">
                      <a:moveTo>
                        <a:pt x="65" y="107"/>
                      </a:moveTo>
                      <a:lnTo>
                        <a:pt x="32" y="99"/>
                      </a:lnTo>
                      <a:lnTo>
                        <a:pt x="14" y="87"/>
                      </a:lnTo>
                      <a:lnTo>
                        <a:pt x="3" y="72"/>
                      </a:lnTo>
                      <a:lnTo>
                        <a:pt x="0" y="57"/>
                      </a:lnTo>
                      <a:lnTo>
                        <a:pt x="3" y="38"/>
                      </a:lnTo>
                      <a:lnTo>
                        <a:pt x="18" y="18"/>
                      </a:lnTo>
                      <a:lnTo>
                        <a:pt x="42" y="6"/>
                      </a:lnTo>
                      <a:lnTo>
                        <a:pt x="66" y="0"/>
                      </a:lnTo>
                    </a:path>
                  </a:pathLst>
                </a:custGeom>
                <a:noFill/>
                <a:ln w="12700" cap="flat" cmpd="sng">
                  <a:solidFill>
                    <a:schemeClr val="tx1"/>
                  </a:solidFill>
                  <a:prstDash val="solid"/>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1" name="Freeform 71">
                  <a:extLst>
                    <a:ext uri="{FF2B5EF4-FFF2-40B4-BE49-F238E27FC236}">
                      <a16:creationId xmlns:a16="http://schemas.microsoft.com/office/drawing/2014/main" id="{E265DC02-61C4-D52E-36A9-0AE192B21DF8}"/>
                    </a:ext>
                  </a:extLst>
                </p:cNvPr>
                <p:cNvSpPr>
                  <a:spLocks/>
                </p:cNvSpPr>
                <p:nvPr/>
              </p:nvSpPr>
              <p:spPr bwMode="auto">
                <a:xfrm>
                  <a:off x="1940" y="2067"/>
                  <a:ext cx="62" cy="47"/>
                </a:xfrm>
                <a:custGeom>
                  <a:avLst/>
                  <a:gdLst/>
                  <a:ahLst/>
                  <a:cxnLst>
                    <a:cxn ang="0">
                      <a:pos x="0" y="35"/>
                    </a:cxn>
                    <a:cxn ang="0">
                      <a:pos x="28" y="8"/>
                    </a:cxn>
                    <a:cxn ang="0">
                      <a:pos x="28" y="23"/>
                    </a:cxn>
                    <a:cxn ang="0">
                      <a:pos x="54" y="0"/>
                    </a:cxn>
                  </a:cxnLst>
                  <a:rect l="0" t="0" r="r" b="b"/>
                  <a:pathLst>
                    <a:path w="54" h="35">
                      <a:moveTo>
                        <a:pt x="0" y="35"/>
                      </a:moveTo>
                      <a:lnTo>
                        <a:pt x="28" y="8"/>
                      </a:lnTo>
                      <a:lnTo>
                        <a:pt x="28" y="23"/>
                      </a:lnTo>
                      <a:lnTo>
                        <a:pt x="54" y="0"/>
                      </a:lnTo>
                    </a:path>
                  </a:pathLst>
                </a:custGeom>
                <a:noFill/>
                <a:ln w="12700" cap="flat" cmpd="sng">
                  <a:solidFill>
                    <a:schemeClr val="tx1"/>
                  </a:solidFill>
                  <a:prstDash val="solid"/>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grpSp>
          <p:sp>
            <p:nvSpPr>
              <p:cNvPr id="17" name="Rectangle 468">
                <a:extLst>
                  <a:ext uri="{FF2B5EF4-FFF2-40B4-BE49-F238E27FC236}">
                    <a16:creationId xmlns:a16="http://schemas.microsoft.com/office/drawing/2014/main" id="{C95C9761-B6A9-503C-00AE-9027D1551F28}"/>
                  </a:ext>
                </a:extLst>
              </p:cNvPr>
              <p:cNvSpPr>
                <a:spLocks noChangeAspect="1" noChangeArrowheads="1"/>
              </p:cNvSpPr>
              <p:nvPr/>
            </p:nvSpPr>
            <p:spPr bwMode="auto">
              <a:xfrm>
                <a:off x="288" y="2640"/>
                <a:ext cx="340" cy="199"/>
              </a:xfrm>
              <a:prstGeom prst="rect">
                <a:avLst/>
              </a:prstGeom>
              <a:noFill/>
              <a:ln w="12700">
                <a:solidFill>
                  <a:srgbClr val="000000"/>
                </a:solidFill>
                <a:miter lim="800000"/>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8" name="Freeform 469">
                <a:extLst>
                  <a:ext uri="{FF2B5EF4-FFF2-40B4-BE49-F238E27FC236}">
                    <a16:creationId xmlns:a16="http://schemas.microsoft.com/office/drawing/2014/main" id="{C36E66B5-8225-1663-0229-AA5B0EC690DF}"/>
                  </a:ext>
                </a:extLst>
              </p:cNvPr>
              <p:cNvSpPr>
                <a:spLocks noChangeAspect="1"/>
              </p:cNvSpPr>
              <p:nvPr/>
            </p:nvSpPr>
            <p:spPr bwMode="auto">
              <a:xfrm>
                <a:off x="288" y="2764"/>
                <a:ext cx="341" cy="75"/>
              </a:xfrm>
              <a:custGeom>
                <a:avLst/>
                <a:gdLst/>
                <a:ahLst/>
                <a:cxnLst>
                  <a:cxn ang="0">
                    <a:pos x="341" y="81"/>
                  </a:cxn>
                  <a:cxn ang="0">
                    <a:pos x="300" y="46"/>
                  </a:cxn>
                  <a:cxn ang="0">
                    <a:pos x="257" y="20"/>
                  </a:cxn>
                  <a:cxn ang="0">
                    <a:pos x="213" y="5"/>
                  </a:cxn>
                  <a:cxn ang="0">
                    <a:pos x="169" y="0"/>
                  </a:cxn>
                  <a:cxn ang="0">
                    <a:pos x="158" y="0"/>
                  </a:cxn>
                  <a:cxn ang="0">
                    <a:pos x="147" y="1"/>
                  </a:cxn>
                  <a:cxn ang="0">
                    <a:pos x="124" y="5"/>
                  </a:cxn>
                  <a:cxn ang="0">
                    <a:pos x="80" y="20"/>
                  </a:cxn>
                  <a:cxn ang="0">
                    <a:pos x="39" y="48"/>
                  </a:cxn>
                  <a:cxn ang="0">
                    <a:pos x="0" y="85"/>
                  </a:cxn>
                </a:cxnLst>
                <a:rect l="0" t="0" r="r" b="b"/>
                <a:pathLst>
                  <a:path w="341" h="85">
                    <a:moveTo>
                      <a:pt x="341" y="81"/>
                    </a:moveTo>
                    <a:lnTo>
                      <a:pt x="300" y="46"/>
                    </a:lnTo>
                    <a:lnTo>
                      <a:pt x="257" y="20"/>
                    </a:lnTo>
                    <a:lnTo>
                      <a:pt x="213" y="5"/>
                    </a:lnTo>
                    <a:lnTo>
                      <a:pt x="169" y="0"/>
                    </a:lnTo>
                    <a:lnTo>
                      <a:pt x="158" y="0"/>
                    </a:lnTo>
                    <a:lnTo>
                      <a:pt x="147" y="1"/>
                    </a:lnTo>
                    <a:lnTo>
                      <a:pt x="124" y="5"/>
                    </a:lnTo>
                    <a:lnTo>
                      <a:pt x="80" y="20"/>
                    </a:lnTo>
                    <a:lnTo>
                      <a:pt x="39" y="48"/>
                    </a:lnTo>
                    <a:lnTo>
                      <a:pt x="0" y="85"/>
                    </a:lnTo>
                  </a:path>
                </a:pathLst>
              </a:custGeom>
              <a:noFill/>
              <a:ln w="12700" cap="rnd" cmpd="sng">
                <a:solidFill>
                  <a:srgbClr val="000000"/>
                </a:solidFill>
                <a:prstDash val="solid"/>
                <a:round/>
                <a:headEnd type="none" w="sm" len="sm"/>
                <a:tailEnd type="none" w="sm" len="sm"/>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sp>
            <p:nvSpPr>
              <p:cNvPr id="19" name="Rectangle 470">
                <a:extLst>
                  <a:ext uri="{FF2B5EF4-FFF2-40B4-BE49-F238E27FC236}">
                    <a16:creationId xmlns:a16="http://schemas.microsoft.com/office/drawing/2014/main" id="{88E38EDC-B790-DD2D-24A1-56D5D888CAA1}"/>
                  </a:ext>
                </a:extLst>
              </p:cNvPr>
              <p:cNvSpPr>
                <a:spLocks noChangeAspect="1" noChangeArrowheads="1"/>
              </p:cNvSpPr>
              <p:nvPr/>
            </p:nvSpPr>
            <p:spPr bwMode="auto">
              <a:xfrm>
                <a:off x="288" y="2640"/>
                <a:ext cx="340" cy="199"/>
              </a:xfrm>
              <a:prstGeom prst="rect">
                <a:avLst/>
              </a:prstGeom>
              <a:noFill/>
              <a:ln w="12700">
                <a:solidFill>
                  <a:srgbClr val="000000"/>
                </a:solidFill>
                <a:miter lim="800000"/>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grpSp>
        <p:nvGrpSpPr>
          <p:cNvPr id="22" name="Group 21">
            <a:extLst>
              <a:ext uri="{FF2B5EF4-FFF2-40B4-BE49-F238E27FC236}">
                <a16:creationId xmlns:a16="http://schemas.microsoft.com/office/drawing/2014/main" id="{BCFAEFB2-1548-EAE6-0E2D-28FAA4F7D036}"/>
              </a:ext>
            </a:extLst>
          </p:cNvPr>
          <p:cNvGrpSpPr/>
          <p:nvPr/>
        </p:nvGrpSpPr>
        <p:grpSpPr>
          <a:xfrm>
            <a:off x="2265177" y="4697506"/>
            <a:ext cx="371196" cy="264926"/>
            <a:chOff x="1754188" y="1195388"/>
            <a:chExt cx="387350" cy="387350"/>
          </a:xfrm>
        </p:grpSpPr>
        <p:sp>
          <p:nvSpPr>
            <p:cNvPr id="23" name="Oval 162">
              <a:extLst>
                <a:ext uri="{FF2B5EF4-FFF2-40B4-BE49-F238E27FC236}">
                  <a16:creationId xmlns:a16="http://schemas.microsoft.com/office/drawing/2014/main" id="{DF2F4AB5-FAFA-F6EF-6205-760BB6A45ECA}"/>
                </a:ext>
              </a:extLst>
            </p:cNvPr>
            <p:cNvSpPr>
              <a:spLocks noChangeArrowheads="1"/>
            </p:cNvSpPr>
            <p:nvPr/>
          </p:nvSpPr>
          <p:spPr bwMode="auto">
            <a:xfrm>
              <a:off x="1754188" y="1195388"/>
              <a:ext cx="387350" cy="387350"/>
            </a:xfrm>
            <a:prstGeom prst="ellipse">
              <a:avLst/>
            </a:prstGeom>
            <a:solidFill>
              <a:srgbClr val="80E0FF"/>
            </a:solidFill>
            <a:ln w="2857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grpSp>
          <p:nvGrpSpPr>
            <p:cNvPr id="24" name="Group 280">
              <a:extLst>
                <a:ext uri="{FF2B5EF4-FFF2-40B4-BE49-F238E27FC236}">
                  <a16:creationId xmlns:a16="http://schemas.microsoft.com/office/drawing/2014/main" id="{DAA9A17E-C14D-DAE2-9BD6-234A314AD55B}"/>
                </a:ext>
              </a:extLst>
            </p:cNvPr>
            <p:cNvGrpSpPr>
              <a:grpSpLocks/>
            </p:cNvGrpSpPr>
            <p:nvPr/>
          </p:nvGrpSpPr>
          <p:grpSpPr bwMode="auto">
            <a:xfrm>
              <a:off x="1877514" y="1243807"/>
              <a:ext cx="150812" cy="290512"/>
              <a:chOff x="2989" y="981"/>
              <a:chExt cx="95" cy="183"/>
            </a:xfrm>
          </p:grpSpPr>
          <p:sp>
            <p:nvSpPr>
              <p:cNvPr id="25" name="Line 281">
                <a:extLst>
                  <a:ext uri="{FF2B5EF4-FFF2-40B4-BE49-F238E27FC236}">
                    <a16:creationId xmlns:a16="http://schemas.microsoft.com/office/drawing/2014/main" id="{47DA5C74-3008-EBFF-E66C-3BD08772CDA2}"/>
                  </a:ext>
                </a:extLst>
              </p:cNvPr>
              <p:cNvSpPr>
                <a:spLocks noChangeAspect="1" noChangeShapeType="1"/>
              </p:cNvSpPr>
              <p:nvPr/>
            </p:nvSpPr>
            <p:spPr bwMode="auto">
              <a:xfrm>
                <a:off x="3037" y="1010"/>
                <a:ext cx="0" cy="123"/>
              </a:xfrm>
              <a:prstGeom prst="line">
                <a:avLst/>
              </a:prstGeom>
              <a:noFill/>
              <a:ln w="12700">
                <a:solidFill>
                  <a:srgbClr val="000000"/>
                </a:solidFill>
                <a:round/>
                <a:headEnd type="none" w="sm" len="sm"/>
                <a:tailEnd type="none" w="sm" len="sm"/>
              </a:ln>
              <a:effectLst/>
            </p:spPr>
            <p:txBody>
              <a:bodyPr wrap="none" lIns="0" tIns="0" rIns="0" bIns="0" anchor="ctr" anchorCtr="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6" name="Freeform 282">
                <a:extLst>
                  <a:ext uri="{FF2B5EF4-FFF2-40B4-BE49-F238E27FC236}">
                    <a16:creationId xmlns:a16="http://schemas.microsoft.com/office/drawing/2014/main" id="{1E724110-9E3D-DFE2-648B-5AEC84AA0269}"/>
                  </a:ext>
                </a:extLst>
              </p:cNvPr>
              <p:cNvSpPr>
                <a:spLocks noChangeAspect="1"/>
              </p:cNvSpPr>
              <p:nvPr/>
            </p:nvSpPr>
            <p:spPr bwMode="auto">
              <a:xfrm>
                <a:off x="2989" y="1130"/>
                <a:ext cx="95" cy="34"/>
              </a:xfrm>
              <a:custGeom>
                <a:avLst/>
                <a:gdLst/>
                <a:ahLst/>
                <a:cxnLst>
                  <a:cxn ang="0">
                    <a:pos x="0" y="922"/>
                  </a:cxn>
                  <a:cxn ang="0">
                    <a:pos x="1850" y="922"/>
                  </a:cxn>
                  <a:cxn ang="0">
                    <a:pos x="1848" y="850"/>
                  </a:cxn>
                  <a:cxn ang="0">
                    <a:pos x="1839" y="778"/>
                  </a:cxn>
                  <a:cxn ang="0">
                    <a:pos x="1826" y="700"/>
                  </a:cxn>
                  <a:cxn ang="0">
                    <a:pos x="1793" y="597"/>
                  </a:cxn>
                  <a:cxn ang="0">
                    <a:pos x="1749" y="501"/>
                  </a:cxn>
                  <a:cxn ang="0">
                    <a:pos x="1692" y="406"/>
                  </a:cxn>
                  <a:cxn ang="0">
                    <a:pos x="1632" y="324"/>
                  </a:cxn>
                  <a:cxn ang="0">
                    <a:pos x="1556" y="244"/>
                  </a:cxn>
                  <a:cxn ang="0">
                    <a:pos x="1458" y="168"/>
                  </a:cxn>
                  <a:cxn ang="0">
                    <a:pos x="1355" y="105"/>
                  </a:cxn>
                  <a:cxn ang="0">
                    <a:pos x="1253" y="58"/>
                  </a:cxn>
                  <a:cxn ang="0">
                    <a:pos x="1170" y="31"/>
                  </a:cxn>
                  <a:cxn ang="0">
                    <a:pos x="1077" y="12"/>
                  </a:cxn>
                  <a:cxn ang="0">
                    <a:pos x="1002" y="4"/>
                  </a:cxn>
                  <a:cxn ang="0">
                    <a:pos x="926" y="0"/>
                  </a:cxn>
                  <a:cxn ang="0">
                    <a:pos x="849" y="1"/>
                  </a:cxn>
                  <a:cxn ang="0">
                    <a:pos x="777" y="10"/>
                  </a:cxn>
                  <a:cxn ang="0">
                    <a:pos x="687" y="30"/>
                  </a:cxn>
                  <a:cxn ang="0">
                    <a:pos x="600" y="60"/>
                  </a:cxn>
                  <a:cxn ang="0">
                    <a:pos x="498" y="106"/>
                  </a:cxn>
                  <a:cxn ang="0">
                    <a:pos x="398" y="168"/>
                  </a:cxn>
                  <a:cxn ang="0">
                    <a:pos x="300" y="243"/>
                  </a:cxn>
                  <a:cxn ang="0">
                    <a:pos x="222" y="322"/>
                  </a:cxn>
                  <a:cxn ang="0">
                    <a:pos x="158" y="405"/>
                  </a:cxn>
                  <a:cxn ang="0">
                    <a:pos x="105" y="499"/>
                  </a:cxn>
                  <a:cxn ang="0">
                    <a:pos x="62" y="594"/>
                  </a:cxn>
                  <a:cxn ang="0">
                    <a:pos x="30" y="699"/>
                  </a:cxn>
                  <a:cxn ang="0">
                    <a:pos x="14" y="775"/>
                  </a:cxn>
                  <a:cxn ang="0">
                    <a:pos x="5" y="853"/>
                  </a:cxn>
                  <a:cxn ang="0">
                    <a:pos x="0" y="922"/>
                  </a:cxn>
                </a:cxnLst>
                <a:rect l="0" t="0" r="r" b="b"/>
                <a:pathLst>
                  <a:path w="1850" h="922">
                    <a:moveTo>
                      <a:pt x="0" y="922"/>
                    </a:moveTo>
                    <a:lnTo>
                      <a:pt x="1850" y="922"/>
                    </a:lnTo>
                    <a:lnTo>
                      <a:pt x="1848" y="850"/>
                    </a:lnTo>
                    <a:lnTo>
                      <a:pt x="1839" y="778"/>
                    </a:lnTo>
                    <a:lnTo>
                      <a:pt x="1826" y="700"/>
                    </a:lnTo>
                    <a:lnTo>
                      <a:pt x="1793" y="597"/>
                    </a:lnTo>
                    <a:lnTo>
                      <a:pt x="1749" y="501"/>
                    </a:lnTo>
                    <a:lnTo>
                      <a:pt x="1692" y="406"/>
                    </a:lnTo>
                    <a:lnTo>
                      <a:pt x="1632" y="324"/>
                    </a:lnTo>
                    <a:lnTo>
                      <a:pt x="1556" y="244"/>
                    </a:lnTo>
                    <a:lnTo>
                      <a:pt x="1458" y="168"/>
                    </a:lnTo>
                    <a:lnTo>
                      <a:pt x="1355" y="105"/>
                    </a:lnTo>
                    <a:lnTo>
                      <a:pt x="1253" y="58"/>
                    </a:lnTo>
                    <a:lnTo>
                      <a:pt x="1170" y="31"/>
                    </a:lnTo>
                    <a:lnTo>
                      <a:pt x="1077" y="12"/>
                    </a:lnTo>
                    <a:lnTo>
                      <a:pt x="1002" y="4"/>
                    </a:lnTo>
                    <a:lnTo>
                      <a:pt x="926" y="0"/>
                    </a:lnTo>
                    <a:lnTo>
                      <a:pt x="849" y="1"/>
                    </a:lnTo>
                    <a:lnTo>
                      <a:pt x="777" y="10"/>
                    </a:lnTo>
                    <a:lnTo>
                      <a:pt x="687" y="30"/>
                    </a:lnTo>
                    <a:lnTo>
                      <a:pt x="600" y="60"/>
                    </a:lnTo>
                    <a:lnTo>
                      <a:pt x="498" y="106"/>
                    </a:lnTo>
                    <a:lnTo>
                      <a:pt x="398" y="168"/>
                    </a:lnTo>
                    <a:lnTo>
                      <a:pt x="300" y="243"/>
                    </a:lnTo>
                    <a:lnTo>
                      <a:pt x="222" y="322"/>
                    </a:lnTo>
                    <a:lnTo>
                      <a:pt x="158" y="405"/>
                    </a:lnTo>
                    <a:lnTo>
                      <a:pt x="105" y="499"/>
                    </a:lnTo>
                    <a:lnTo>
                      <a:pt x="62" y="594"/>
                    </a:lnTo>
                    <a:lnTo>
                      <a:pt x="30" y="699"/>
                    </a:lnTo>
                    <a:lnTo>
                      <a:pt x="14" y="775"/>
                    </a:lnTo>
                    <a:lnTo>
                      <a:pt x="5" y="853"/>
                    </a:lnTo>
                    <a:lnTo>
                      <a:pt x="0" y="922"/>
                    </a:lnTo>
                    <a:close/>
                  </a:path>
                </a:pathLst>
              </a:custGeom>
              <a:noFill/>
              <a:ln w="12700" cap="flat" cmpd="sng">
                <a:solidFill>
                  <a:schemeClr val="tx1"/>
                </a:solidFill>
                <a:prstDash val="solid"/>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7" name="Freeform 283">
                <a:extLst>
                  <a:ext uri="{FF2B5EF4-FFF2-40B4-BE49-F238E27FC236}">
                    <a16:creationId xmlns:a16="http://schemas.microsoft.com/office/drawing/2014/main" id="{95ED6422-97E5-45CC-2C73-3C732880B999}"/>
                  </a:ext>
                </a:extLst>
              </p:cNvPr>
              <p:cNvSpPr>
                <a:spLocks noChangeAspect="1"/>
              </p:cNvSpPr>
              <p:nvPr/>
            </p:nvSpPr>
            <p:spPr bwMode="auto">
              <a:xfrm>
                <a:off x="3017" y="981"/>
                <a:ext cx="40" cy="152"/>
              </a:xfrm>
              <a:custGeom>
                <a:avLst/>
                <a:gdLst/>
                <a:ahLst/>
                <a:cxnLst>
                  <a:cxn ang="0">
                    <a:pos x="1" y="368"/>
                  </a:cxn>
                  <a:cxn ang="0">
                    <a:pos x="2" y="344"/>
                  </a:cxn>
                  <a:cxn ang="0">
                    <a:pos x="8" y="296"/>
                  </a:cxn>
                  <a:cxn ang="0">
                    <a:pos x="17" y="263"/>
                  </a:cxn>
                  <a:cxn ang="0">
                    <a:pos x="26" y="234"/>
                  </a:cxn>
                  <a:cxn ang="0">
                    <a:pos x="41" y="204"/>
                  </a:cxn>
                  <a:cxn ang="0">
                    <a:pos x="61" y="170"/>
                  </a:cxn>
                  <a:cxn ang="0">
                    <a:pos x="80" y="143"/>
                  </a:cxn>
                  <a:cxn ang="0">
                    <a:pos x="104" y="114"/>
                  </a:cxn>
                  <a:cxn ang="0">
                    <a:pos x="130" y="90"/>
                  </a:cxn>
                  <a:cxn ang="0">
                    <a:pos x="154" y="72"/>
                  </a:cxn>
                  <a:cxn ang="0">
                    <a:pos x="176" y="56"/>
                  </a:cxn>
                  <a:cxn ang="0">
                    <a:pos x="206" y="38"/>
                  </a:cxn>
                  <a:cxn ang="0">
                    <a:pos x="239" y="24"/>
                  </a:cxn>
                  <a:cxn ang="0">
                    <a:pos x="275" y="12"/>
                  </a:cxn>
                  <a:cxn ang="0">
                    <a:pos x="310" y="5"/>
                  </a:cxn>
                  <a:cxn ang="0">
                    <a:pos x="355" y="0"/>
                  </a:cxn>
                  <a:cxn ang="0">
                    <a:pos x="388" y="0"/>
                  </a:cxn>
                  <a:cxn ang="0">
                    <a:pos x="436" y="6"/>
                  </a:cxn>
                  <a:cxn ang="0">
                    <a:pos x="482" y="17"/>
                  </a:cxn>
                  <a:cxn ang="0">
                    <a:pos x="517" y="30"/>
                  </a:cxn>
                  <a:cxn ang="0">
                    <a:pos x="545" y="42"/>
                  </a:cxn>
                  <a:cxn ang="0">
                    <a:pos x="572" y="59"/>
                  </a:cxn>
                  <a:cxn ang="0">
                    <a:pos x="592" y="72"/>
                  </a:cxn>
                  <a:cxn ang="0">
                    <a:pos x="605" y="84"/>
                  </a:cxn>
                  <a:cxn ang="0">
                    <a:pos x="623" y="101"/>
                  </a:cxn>
                  <a:cxn ang="0">
                    <a:pos x="640" y="116"/>
                  </a:cxn>
                  <a:cxn ang="0">
                    <a:pos x="655" y="132"/>
                  </a:cxn>
                  <a:cxn ang="0">
                    <a:pos x="673" y="158"/>
                  </a:cxn>
                  <a:cxn ang="0">
                    <a:pos x="689" y="183"/>
                  </a:cxn>
                  <a:cxn ang="0">
                    <a:pos x="701" y="204"/>
                  </a:cxn>
                  <a:cxn ang="0">
                    <a:pos x="713" y="231"/>
                  </a:cxn>
                  <a:cxn ang="0">
                    <a:pos x="725" y="261"/>
                  </a:cxn>
                  <a:cxn ang="0">
                    <a:pos x="731" y="285"/>
                  </a:cxn>
                  <a:cxn ang="0">
                    <a:pos x="736" y="320"/>
                  </a:cxn>
                  <a:cxn ang="0">
                    <a:pos x="739" y="351"/>
                  </a:cxn>
                  <a:cxn ang="0">
                    <a:pos x="742" y="2841"/>
                  </a:cxn>
                </a:cxnLst>
                <a:rect l="0" t="0" r="r" b="b"/>
                <a:pathLst>
                  <a:path w="742" h="2841">
                    <a:moveTo>
                      <a:pt x="0" y="2841"/>
                    </a:moveTo>
                    <a:lnTo>
                      <a:pt x="1" y="368"/>
                    </a:lnTo>
                    <a:lnTo>
                      <a:pt x="2" y="367"/>
                    </a:lnTo>
                    <a:lnTo>
                      <a:pt x="2" y="344"/>
                    </a:lnTo>
                    <a:lnTo>
                      <a:pt x="5" y="318"/>
                    </a:lnTo>
                    <a:lnTo>
                      <a:pt x="8" y="296"/>
                    </a:lnTo>
                    <a:lnTo>
                      <a:pt x="13" y="279"/>
                    </a:lnTo>
                    <a:lnTo>
                      <a:pt x="17" y="263"/>
                    </a:lnTo>
                    <a:lnTo>
                      <a:pt x="22" y="248"/>
                    </a:lnTo>
                    <a:lnTo>
                      <a:pt x="26" y="234"/>
                    </a:lnTo>
                    <a:lnTo>
                      <a:pt x="32" y="222"/>
                    </a:lnTo>
                    <a:lnTo>
                      <a:pt x="41" y="204"/>
                    </a:lnTo>
                    <a:lnTo>
                      <a:pt x="50" y="188"/>
                    </a:lnTo>
                    <a:lnTo>
                      <a:pt x="61" y="170"/>
                    </a:lnTo>
                    <a:lnTo>
                      <a:pt x="70" y="158"/>
                    </a:lnTo>
                    <a:lnTo>
                      <a:pt x="80" y="143"/>
                    </a:lnTo>
                    <a:lnTo>
                      <a:pt x="92" y="129"/>
                    </a:lnTo>
                    <a:lnTo>
                      <a:pt x="104" y="114"/>
                    </a:lnTo>
                    <a:lnTo>
                      <a:pt x="119" y="101"/>
                    </a:lnTo>
                    <a:lnTo>
                      <a:pt x="130" y="90"/>
                    </a:lnTo>
                    <a:lnTo>
                      <a:pt x="140" y="81"/>
                    </a:lnTo>
                    <a:lnTo>
                      <a:pt x="154" y="72"/>
                    </a:lnTo>
                    <a:lnTo>
                      <a:pt x="164" y="65"/>
                    </a:lnTo>
                    <a:lnTo>
                      <a:pt x="176" y="56"/>
                    </a:lnTo>
                    <a:lnTo>
                      <a:pt x="193" y="47"/>
                    </a:lnTo>
                    <a:lnTo>
                      <a:pt x="206" y="38"/>
                    </a:lnTo>
                    <a:lnTo>
                      <a:pt x="223" y="32"/>
                    </a:lnTo>
                    <a:lnTo>
                      <a:pt x="239" y="24"/>
                    </a:lnTo>
                    <a:lnTo>
                      <a:pt x="257" y="18"/>
                    </a:lnTo>
                    <a:lnTo>
                      <a:pt x="275" y="12"/>
                    </a:lnTo>
                    <a:lnTo>
                      <a:pt x="290" y="8"/>
                    </a:lnTo>
                    <a:lnTo>
                      <a:pt x="310" y="5"/>
                    </a:lnTo>
                    <a:lnTo>
                      <a:pt x="332" y="2"/>
                    </a:lnTo>
                    <a:lnTo>
                      <a:pt x="355" y="0"/>
                    </a:lnTo>
                    <a:lnTo>
                      <a:pt x="373" y="0"/>
                    </a:lnTo>
                    <a:lnTo>
                      <a:pt x="388" y="0"/>
                    </a:lnTo>
                    <a:lnTo>
                      <a:pt x="410" y="2"/>
                    </a:lnTo>
                    <a:lnTo>
                      <a:pt x="436" y="6"/>
                    </a:lnTo>
                    <a:lnTo>
                      <a:pt x="461" y="11"/>
                    </a:lnTo>
                    <a:lnTo>
                      <a:pt x="482" y="17"/>
                    </a:lnTo>
                    <a:lnTo>
                      <a:pt x="503" y="24"/>
                    </a:lnTo>
                    <a:lnTo>
                      <a:pt x="517" y="30"/>
                    </a:lnTo>
                    <a:lnTo>
                      <a:pt x="530" y="36"/>
                    </a:lnTo>
                    <a:lnTo>
                      <a:pt x="545" y="42"/>
                    </a:lnTo>
                    <a:lnTo>
                      <a:pt x="559" y="51"/>
                    </a:lnTo>
                    <a:lnTo>
                      <a:pt x="572" y="59"/>
                    </a:lnTo>
                    <a:lnTo>
                      <a:pt x="583" y="66"/>
                    </a:lnTo>
                    <a:lnTo>
                      <a:pt x="592" y="72"/>
                    </a:lnTo>
                    <a:lnTo>
                      <a:pt x="598" y="77"/>
                    </a:lnTo>
                    <a:lnTo>
                      <a:pt x="605" y="84"/>
                    </a:lnTo>
                    <a:lnTo>
                      <a:pt x="614" y="92"/>
                    </a:lnTo>
                    <a:lnTo>
                      <a:pt x="623" y="101"/>
                    </a:lnTo>
                    <a:lnTo>
                      <a:pt x="631" y="107"/>
                    </a:lnTo>
                    <a:lnTo>
                      <a:pt x="640" y="116"/>
                    </a:lnTo>
                    <a:lnTo>
                      <a:pt x="647" y="123"/>
                    </a:lnTo>
                    <a:lnTo>
                      <a:pt x="655" y="132"/>
                    </a:lnTo>
                    <a:lnTo>
                      <a:pt x="661" y="143"/>
                    </a:lnTo>
                    <a:lnTo>
                      <a:pt x="673" y="158"/>
                    </a:lnTo>
                    <a:lnTo>
                      <a:pt x="683" y="173"/>
                    </a:lnTo>
                    <a:lnTo>
                      <a:pt x="689" y="183"/>
                    </a:lnTo>
                    <a:lnTo>
                      <a:pt x="695" y="194"/>
                    </a:lnTo>
                    <a:lnTo>
                      <a:pt x="701" y="204"/>
                    </a:lnTo>
                    <a:lnTo>
                      <a:pt x="707" y="218"/>
                    </a:lnTo>
                    <a:lnTo>
                      <a:pt x="713" y="231"/>
                    </a:lnTo>
                    <a:lnTo>
                      <a:pt x="719" y="246"/>
                    </a:lnTo>
                    <a:lnTo>
                      <a:pt x="725" y="261"/>
                    </a:lnTo>
                    <a:lnTo>
                      <a:pt x="730" y="275"/>
                    </a:lnTo>
                    <a:lnTo>
                      <a:pt x="731" y="285"/>
                    </a:lnTo>
                    <a:lnTo>
                      <a:pt x="734" y="303"/>
                    </a:lnTo>
                    <a:lnTo>
                      <a:pt x="736" y="320"/>
                    </a:lnTo>
                    <a:lnTo>
                      <a:pt x="739" y="341"/>
                    </a:lnTo>
                    <a:lnTo>
                      <a:pt x="739" y="351"/>
                    </a:lnTo>
                    <a:lnTo>
                      <a:pt x="740" y="369"/>
                    </a:lnTo>
                    <a:lnTo>
                      <a:pt x="742" y="2841"/>
                    </a:lnTo>
                  </a:path>
                </a:pathLst>
              </a:custGeom>
              <a:noFill/>
              <a:ln w="12700" cap="flat" cmpd="sng">
                <a:solidFill>
                  <a:schemeClr val="tx2"/>
                </a:solidFill>
                <a:prstDash val="solid"/>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grpSp>
      </p:grpSp>
      <p:grpSp>
        <p:nvGrpSpPr>
          <p:cNvPr id="28" name="Group 27">
            <a:extLst>
              <a:ext uri="{FF2B5EF4-FFF2-40B4-BE49-F238E27FC236}">
                <a16:creationId xmlns:a16="http://schemas.microsoft.com/office/drawing/2014/main" id="{608476BB-4B5D-C3E0-4F7A-5B65E43BBD61}"/>
              </a:ext>
            </a:extLst>
          </p:cNvPr>
          <p:cNvGrpSpPr/>
          <p:nvPr/>
        </p:nvGrpSpPr>
        <p:grpSpPr>
          <a:xfrm>
            <a:off x="759105" y="2968454"/>
            <a:ext cx="371196" cy="264926"/>
            <a:chOff x="1754188" y="1195388"/>
            <a:chExt cx="387350" cy="387350"/>
          </a:xfrm>
        </p:grpSpPr>
        <p:sp>
          <p:nvSpPr>
            <p:cNvPr id="29" name="Oval 162">
              <a:extLst>
                <a:ext uri="{FF2B5EF4-FFF2-40B4-BE49-F238E27FC236}">
                  <a16:creationId xmlns:a16="http://schemas.microsoft.com/office/drawing/2014/main" id="{193DF801-67BC-7E83-1BB8-FDB677BF82FC}"/>
                </a:ext>
              </a:extLst>
            </p:cNvPr>
            <p:cNvSpPr>
              <a:spLocks noChangeArrowheads="1"/>
            </p:cNvSpPr>
            <p:nvPr/>
          </p:nvSpPr>
          <p:spPr bwMode="auto">
            <a:xfrm>
              <a:off x="1754188" y="1195388"/>
              <a:ext cx="387350" cy="387350"/>
            </a:xfrm>
            <a:prstGeom prst="ellipse">
              <a:avLst/>
            </a:prstGeom>
            <a:solidFill>
              <a:srgbClr val="80E0FF"/>
            </a:solidFill>
            <a:ln w="2857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grpSp>
          <p:nvGrpSpPr>
            <p:cNvPr id="30" name="Group 280">
              <a:extLst>
                <a:ext uri="{FF2B5EF4-FFF2-40B4-BE49-F238E27FC236}">
                  <a16:creationId xmlns:a16="http://schemas.microsoft.com/office/drawing/2014/main" id="{826861B5-17E4-E131-0020-3A33482D6C71}"/>
                </a:ext>
              </a:extLst>
            </p:cNvPr>
            <p:cNvGrpSpPr>
              <a:grpSpLocks/>
            </p:cNvGrpSpPr>
            <p:nvPr/>
          </p:nvGrpSpPr>
          <p:grpSpPr bwMode="auto">
            <a:xfrm>
              <a:off x="1877514" y="1243807"/>
              <a:ext cx="150812" cy="290512"/>
              <a:chOff x="2989" y="981"/>
              <a:chExt cx="95" cy="183"/>
            </a:xfrm>
          </p:grpSpPr>
          <p:sp>
            <p:nvSpPr>
              <p:cNvPr id="31" name="Line 281">
                <a:extLst>
                  <a:ext uri="{FF2B5EF4-FFF2-40B4-BE49-F238E27FC236}">
                    <a16:creationId xmlns:a16="http://schemas.microsoft.com/office/drawing/2014/main" id="{24DCAB30-F34B-7472-96AC-354BD20A1FBB}"/>
                  </a:ext>
                </a:extLst>
              </p:cNvPr>
              <p:cNvSpPr>
                <a:spLocks noChangeAspect="1" noChangeShapeType="1"/>
              </p:cNvSpPr>
              <p:nvPr/>
            </p:nvSpPr>
            <p:spPr bwMode="auto">
              <a:xfrm>
                <a:off x="3037" y="1010"/>
                <a:ext cx="0" cy="123"/>
              </a:xfrm>
              <a:prstGeom prst="line">
                <a:avLst/>
              </a:prstGeom>
              <a:noFill/>
              <a:ln w="12700">
                <a:solidFill>
                  <a:srgbClr val="000000"/>
                </a:solidFill>
                <a:round/>
                <a:headEnd type="none" w="sm" len="sm"/>
                <a:tailEnd type="none" w="sm" len="sm"/>
              </a:ln>
              <a:effectLst/>
            </p:spPr>
            <p:txBody>
              <a:bodyPr wrap="none" lIns="0" tIns="0" rIns="0" bIns="0" anchor="ctr" anchorCtr="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2" name="Freeform 282">
                <a:extLst>
                  <a:ext uri="{FF2B5EF4-FFF2-40B4-BE49-F238E27FC236}">
                    <a16:creationId xmlns:a16="http://schemas.microsoft.com/office/drawing/2014/main" id="{82BB6950-9A49-C889-BD11-95A0DE1A2AD8}"/>
                  </a:ext>
                </a:extLst>
              </p:cNvPr>
              <p:cNvSpPr>
                <a:spLocks noChangeAspect="1"/>
              </p:cNvSpPr>
              <p:nvPr/>
            </p:nvSpPr>
            <p:spPr bwMode="auto">
              <a:xfrm>
                <a:off x="2989" y="1130"/>
                <a:ext cx="95" cy="34"/>
              </a:xfrm>
              <a:custGeom>
                <a:avLst/>
                <a:gdLst/>
                <a:ahLst/>
                <a:cxnLst>
                  <a:cxn ang="0">
                    <a:pos x="0" y="922"/>
                  </a:cxn>
                  <a:cxn ang="0">
                    <a:pos x="1850" y="922"/>
                  </a:cxn>
                  <a:cxn ang="0">
                    <a:pos x="1848" y="850"/>
                  </a:cxn>
                  <a:cxn ang="0">
                    <a:pos x="1839" y="778"/>
                  </a:cxn>
                  <a:cxn ang="0">
                    <a:pos x="1826" y="700"/>
                  </a:cxn>
                  <a:cxn ang="0">
                    <a:pos x="1793" y="597"/>
                  </a:cxn>
                  <a:cxn ang="0">
                    <a:pos x="1749" y="501"/>
                  </a:cxn>
                  <a:cxn ang="0">
                    <a:pos x="1692" y="406"/>
                  </a:cxn>
                  <a:cxn ang="0">
                    <a:pos x="1632" y="324"/>
                  </a:cxn>
                  <a:cxn ang="0">
                    <a:pos x="1556" y="244"/>
                  </a:cxn>
                  <a:cxn ang="0">
                    <a:pos x="1458" y="168"/>
                  </a:cxn>
                  <a:cxn ang="0">
                    <a:pos x="1355" y="105"/>
                  </a:cxn>
                  <a:cxn ang="0">
                    <a:pos x="1253" y="58"/>
                  </a:cxn>
                  <a:cxn ang="0">
                    <a:pos x="1170" y="31"/>
                  </a:cxn>
                  <a:cxn ang="0">
                    <a:pos x="1077" y="12"/>
                  </a:cxn>
                  <a:cxn ang="0">
                    <a:pos x="1002" y="4"/>
                  </a:cxn>
                  <a:cxn ang="0">
                    <a:pos x="926" y="0"/>
                  </a:cxn>
                  <a:cxn ang="0">
                    <a:pos x="849" y="1"/>
                  </a:cxn>
                  <a:cxn ang="0">
                    <a:pos x="777" y="10"/>
                  </a:cxn>
                  <a:cxn ang="0">
                    <a:pos x="687" y="30"/>
                  </a:cxn>
                  <a:cxn ang="0">
                    <a:pos x="600" y="60"/>
                  </a:cxn>
                  <a:cxn ang="0">
                    <a:pos x="498" y="106"/>
                  </a:cxn>
                  <a:cxn ang="0">
                    <a:pos x="398" y="168"/>
                  </a:cxn>
                  <a:cxn ang="0">
                    <a:pos x="300" y="243"/>
                  </a:cxn>
                  <a:cxn ang="0">
                    <a:pos x="222" y="322"/>
                  </a:cxn>
                  <a:cxn ang="0">
                    <a:pos x="158" y="405"/>
                  </a:cxn>
                  <a:cxn ang="0">
                    <a:pos x="105" y="499"/>
                  </a:cxn>
                  <a:cxn ang="0">
                    <a:pos x="62" y="594"/>
                  </a:cxn>
                  <a:cxn ang="0">
                    <a:pos x="30" y="699"/>
                  </a:cxn>
                  <a:cxn ang="0">
                    <a:pos x="14" y="775"/>
                  </a:cxn>
                  <a:cxn ang="0">
                    <a:pos x="5" y="853"/>
                  </a:cxn>
                  <a:cxn ang="0">
                    <a:pos x="0" y="922"/>
                  </a:cxn>
                </a:cxnLst>
                <a:rect l="0" t="0" r="r" b="b"/>
                <a:pathLst>
                  <a:path w="1850" h="922">
                    <a:moveTo>
                      <a:pt x="0" y="922"/>
                    </a:moveTo>
                    <a:lnTo>
                      <a:pt x="1850" y="922"/>
                    </a:lnTo>
                    <a:lnTo>
                      <a:pt x="1848" y="850"/>
                    </a:lnTo>
                    <a:lnTo>
                      <a:pt x="1839" y="778"/>
                    </a:lnTo>
                    <a:lnTo>
                      <a:pt x="1826" y="700"/>
                    </a:lnTo>
                    <a:lnTo>
                      <a:pt x="1793" y="597"/>
                    </a:lnTo>
                    <a:lnTo>
                      <a:pt x="1749" y="501"/>
                    </a:lnTo>
                    <a:lnTo>
                      <a:pt x="1692" y="406"/>
                    </a:lnTo>
                    <a:lnTo>
                      <a:pt x="1632" y="324"/>
                    </a:lnTo>
                    <a:lnTo>
                      <a:pt x="1556" y="244"/>
                    </a:lnTo>
                    <a:lnTo>
                      <a:pt x="1458" y="168"/>
                    </a:lnTo>
                    <a:lnTo>
                      <a:pt x="1355" y="105"/>
                    </a:lnTo>
                    <a:lnTo>
                      <a:pt x="1253" y="58"/>
                    </a:lnTo>
                    <a:lnTo>
                      <a:pt x="1170" y="31"/>
                    </a:lnTo>
                    <a:lnTo>
                      <a:pt x="1077" y="12"/>
                    </a:lnTo>
                    <a:lnTo>
                      <a:pt x="1002" y="4"/>
                    </a:lnTo>
                    <a:lnTo>
                      <a:pt x="926" y="0"/>
                    </a:lnTo>
                    <a:lnTo>
                      <a:pt x="849" y="1"/>
                    </a:lnTo>
                    <a:lnTo>
                      <a:pt x="777" y="10"/>
                    </a:lnTo>
                    <a:lnTo>
                      <a:pt x="687" y="30"/>
                    </a:lnTo>
                    <a:lnTo>
                      <a:pt x="600" y="60"/>
                    </a:lnTo>
                    <a:lnTo>
                      <a:pt x="498" y="106"/>
                    </a:lnTo>
                    <a:lnTo>
                      <a:pt x="398" y="168"/>
                    </a:lnTo>
                    <a:lnTo>
                      <a:pt x="300" y="243"/>
                    </a:lnTo>
                    <a:lnTo>
                      <a:pt x="222" y="322"/>
                    </a:lnTo>
                    <a:lnTo>
                      <a:pt x="158" y="405"/>
                    </a:lnTo>
                    <a:lnTo>
                      <a:pt x="105" y="499"/>
                    </a:lnTo>
                    <a:lnTo>
                      <a:pt x="62" y="594"/>
                    </a:lnTo>
                    <a:lnTo>
                      <a:pt x="30" y="699"/>
                    </a:lnTo>
                    <a:lnTo>
                      <a:pt x="14" y="775"/>
                    </a:lnTo>
                    <a:lnTo>
                      <a:pt x="5" y="853"/>
                    </a:lnTo>
                    <a:lnTo>
                      <a:pt x="0" y="922"/>
                    </a:lnTo>
                    <a:close/>
                  </a:path>
                </a:pathLst>
              </a:custGeom>
              <a:noFill/>
              <a:ln w="12700" cap="flat" cmpd="sng">
                <a:solidFill>
                  <a:schemeClr val="tx1"/>
                </a:solidFill>
                <a:prstDash val="solid"/>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3" name="Freeform 283">
                <a:extLst>
                  <a:ext uri="{FF2B5EF4-FFF2-40B4-BE49-F238E27FC236}">
                    <a16:creationId xmlns:a16="http://schemas.microsoft.com/office/drawing/2014/main" id="{000898AF-8F52-92BB-423C-289B07FD2C5A}"/>
                  </a:ext>
                </a:extLst>
              </p:cNvPr>
              <p:cNvSpPr>
                <a:spLocks noChangeAspect="1"/>
              </p:cNvSpPr>
              <p:nvPr/>
            </p:nvSpPr>
            <p:spPr bwMode="auto">
              <a:xfrm>
                <a:off x="3017" y="981"/>
                <a:ext cx="40" cy="152"/>
              </a:xfrm>
              <a:custGeom>
                <a:avLst/>
                <a:gdLst/>
                <a:ahLst/>
                <a:cxnLst>
                  <a:cxn ang="0">
                    <a:pos x="1" y="368"/>
                  </a:cxn>
                  <a:cxn ang="0">
                    <a:pos x="2" y="344"/>
                  </a:cxn>
                  <a:cxn ang="0">
                    <a:pos x="8" y="296"/>
                  </a:cxn>
                  <a:cxn ang="0">
                    <a:pos x="17" y="263"/>
                  </a:cxn>
                  <a:cxn ang="0">
                    <a:pos x="26" y="234"/>
                  </a:cxn>
                  <a:cxn ang="0">
                    <a:pos x="41" y="204"/>
                  </a:cxn>
                  <a:cxn ang="0">
                    <a:pos x="61" y="170"/>
                  </a:cxn>
                  <a:cxn ang="0">
                    <a:pos x="80" y="143"/>
                  </a:cxn>
                  <a:cxn ang="0">
                    <a:pos x="104" y="114"/>
                  </a:cxn>
                  <a:cxn ang="0">
                    <a:pos x="130" y="90"/>
                  </a:cxn>
                  <a:cxn ang="0">
                    <a:pos x="154" y="72"/>
                  </a:cxn>
                  <a:cxn ang="0">
                    <a:pos x="176" y="56"/>
                  </a:cxn>
                  <a:cxn ang="0">
                    <a:pos x="206" y="38"/>
                  </a:cxn>
                  <a:cxn ang="0">
                    <a:pos x="239" y="24"/>
                  </a:cxn>
                  <a:cxn ang="0">
                    <a:pos x="275" y="12"/>
                  </a:cxn>
                  <a:cxn ang="0">
                    <a:pos x="310" y="5"/>
                  </a:cxn>
                  <a:cxn ang="0">
                    <a:pos x="355" y="0"/>
                  </a:cxn>
                  <a:cxn ang="0">
                    <a:pos x="388" y="0"/>
                  </a:cxn>
                  <a:cxn ang="0">
                    <a:pos x="436" y="6"/>
                  </a:cxn>
                  <a:cxn ang="0">
                    <a:pos x="482" y="17"/>
                  </a:cxn>
                  <a:cxn ang="0">
                    <a:pos x="517" y="30"/>
                  </a:cxn>
                  <a:cxn ang="0">
                    <a:pos x="545" y="42"/>
                  </a:cxn>
                  <a:cxn ang="0">
                    <a:pos x="572" y="59"/>
                  </a:cxn>
                  <a:cxn ang="0">
                    <a:pos x="592" y="72"/>
                  </a:cxn>
                  <a:cxn ang="0">
                    <a:pos x="605" y="84"/>
                  </a:cxn>
                  <a:cxn ang="0">
                    <a:pos x="623" y="101"/>
                  </a:cxn>
                  <a:cxn ang="0">
                    <a:pos x="640" y="116"/>
                  </a:cxn>
                  <a:cxn ang="0">
                    <a:pos x="655" y="132"/>
                  </a:cxn>
                  <a:cxn ang="0">
                    <a:pos x="673" y="158"/>
                  </a:cxn>
                  <a:cxn ang="0">
                    <a:pos x="689" y="183"/>
                  </a:cxn>
                  <a:cxn ang="0">
                    <a:pos x="701" y="204"/>
                  </a:cxn>
                  <a:cxn ang="0">
                    <a:pos x="713" y="231"/>
                  </a:cxn>
                  <a:cxn ang="0">
                    <a:pos x="725" y="261"/>
                  </a:cxn>
                  <a:cxn ang="0">
                    <a:pos x="731" y="285"/>
                  </a:cxn>
                  <a:cxn ang="0">
                    <a:pos x="736" y="320"/>
                  </a:cxn>
                  <a:cxn ang="0">
                    <a:pos x="739" y="351"/>
                  </a:cxn>
                  <a:cxn ang="0">
                    <a:pos x="742" y="2841"/>
                  </a:cxn>
                </a:cxnLst>
                <a:rect l="0" t="0" r="r" b="b"/>
                <a:pathLst>
                  <a:path w="742" h="2841">
                    <a:moveTo>
                      <a:pt x="0" y="2841"/>
                    </a:moveTo>
                    <a:lnTo>
                      <a:pt x="1" y="368"/>
                    </a:lnTo>
                    <a:lnTo>
                      <a:pt x="2" y="367"/>
                    </a:lnTo>
                    <a:lnTo>
                      <a:pt x="2" y="344"/>
                    </a:lnTo>
                    <a:lnTo>
                      <a:pt x="5" y="318"/>
                    </a:lnTo>
                    <a:lnTo>
                      <a:pt x="8" y="296"/>
                    </a:lnTo>
                    <a:lnTo>
                      <a:pt x="13" y="279"/>
                    </a:lnTo>
                    <a:lnTo>
                      <a:pt x="17" y="263"/>
                    </a:lnTo>
                    <a:lnTo>
                      <a:pt x="22" y="248"/>
                    </a:lnTo>
                    <a:lnTo>
                      <a:pt x="26" y="234"/>
                    </a:lnTo>
                    <a:lnTo>
                      <a:pt x="32" y="222"/>
                    </a:lnTo>
                    <a:lnTo>
                      <a:pt x="41" y="204"/>
                    </a:lnTo>
                    <a:lnTo>
                      <a:pt x="50" y="188"/>
                    </a:lnTo>
                    <a:lnTo>
                      <a:pt x="61" y="170"/>
                    </a:lnTo>
                    <a:lnTo>
                      <a:pt x="70" y="158"/>
                    </a:lnTo>
                    <a:lnTo>
                      <a:pt x="80" y="143"/>
                    </a:lnTo>
                    <a:lnTo>
                      <a:pt x="92" y="129"/>
                    </a:lnTo>
                    <a:lnTo>
                      <a:pt x="104" y="114"/>
                    </a:lnTo>
                    <a:lnTo>
                      <a:pt x="119" y="101"/>
                    </a:lnTo>
                    <a:lnTo>
                      <a:pt x="130" y="90"/>
                    </a:lnTo>
                    <a:lnTo>
                      <a:pt x="140" y="81"/>
                    </a:lnTo>
                    <a:lnTo>
                      <a:pt x="154" y="72"/>
                    </a:lnTo>
                    <a:lnTo>
                      <a:pt x="164" y="65"/>
                    </a:lnTo>
                    <a:lnTo>
                      <a:pt x="176" y="56"/>
                    </a:lnTo>
                    <a:lnTo>
                      <a:pt x="193" y="47"/>
                    </a:lnTo>
                    <a:lnTo>
                      <a:pt x="206" y="38"/>
                    </a:lnTo>
                    <a:lnTo>
                      <a:pt x="223" y="32"/>
                    </a:lnTo>
                    <a:lnTo>
                      <a:pt x="239" y="24"/>
                    </a:lnTo>
                    <a:lnTo>
                      <a:pt x="257" y="18"/>
                    </a:lnTo>
                    <a:lnTo>
                      <a:pt x="275" y="12"/>
                    </a:lnTo>
                    <a:lnTo>
                      <a:pt x="290" y="8"/>
                    </a:lnTo>
                    <a:lnTo>
                      <a:pt x="310" y="5"/>
                    </a:lnTo>
                    <a:lnTo>
                      <a:pt x="332" y="2"/>
                    </a:lnTo>
                    <a:lnTo>
                      <a:pt x="355" y="0"/>
                    </a:lnTo>
                    <a:lnTo>
                      <a:pt x="373" y="0"/>
                    </a:lnTo>
                    <a:lnTo>
                      <a:pt x="388" y="0"/>
                    </a:lnTo>
                    <a:lnTo>
                      <a:pt x="410" y="2"/>
                    </a:lnTo>
                    <a:lnTo>
                      <a:pt x="436" y="6"/>
                    </a:lnTo>
                    <a:lnTo>
                      <a:pt x="461" y="11"/>
                    </a:lnTo>
                    <a:lnTo>
                      <a:pt x="482" y="17"/>
                    </a:lnTo>
                    <a:lnTo>
                      <a:pt x="503" y="24"/>
                    </a:lnTo>
                    <a:lnTo>
                      <a:pt x="517" y="30"/>
                    </a:lnTo>
                    <a:lnTo>
                      <a:pt x="530" y="36"/>
                    </a:lnTo>
                    <a:lnTo>
                      <a:pt x="545" y="42"/>
                    </a:lnTo>
                    <a:lnTo>
                      <a:pt x="559" y="51"/>
                    </a:lnTo>
                    <a:lnTo>
                      <a:pt x="572" y="59"/>
                    </a:lnTo>
                    <a:lnTo>
                      <a:pt x="583" y="66"/>
                    </a:lnTo>
                    <a:lnTo>
                      <a:pt x="592" y="72"/>
                    </a:lnTo>
                    <a:lnTo>
                      <a:pt x="598" y="77"/>
                    </a:lnTo>
                    <a:lnTo>
                      <a:pt x="605" y="84"/>
                    </a:lnTo>
                    <a:lnTo>
                      <a:pt x="614" y="92"/>
                    </a:lnTo>
                    <a:lnTo>
                      <a:pt x="623" y="101"/>
                    </a:lnTo>
                    <a:lnTo>
                      <a:pt x="631" y="107"/>
                    </a:lnTo>
                    <a:lnTo>
                      <a:pt x="640" y="116"/>
                    </a:lnTo>
                    <a:lnTo>
                      <a:pt x="647" y="123"/>
                    </a:lnTo>
                    <a:lnTo>
                      <a:pt x="655" y="132"/>
                    </a:lnTo>
                    <a:lnTo>
                      <a:pt x="661" y="143"/>
                    </a:lnTo>
                    <a:lnTo>
                      <a:pt x="673" y="158"/>
                    </a:lnTo>
                    <a:lnTo>
                      <a:pt x="683" y="173"/>
                    </a:lnTo>
                    <a:lnTo>
                      <a:pt x="689" y="183"/>
                    </a:lnTo>
                    <a:lnTo>
                      <a:pt x="695" y="194"/>
                    </a:lnTo>
                    <a:lnTo>
                      <a:pt x="701" y="204"/>
                    </a:lnTo>
                    <a:lnTo>
                      <a:pt x="707" y="218"/>
                    </a:lnTo>
                    <a:lnTo>
                      <a:pt x="713" y="231"/>
                    </a:lnTo>
                    <a:lnTo>
                      <a:pt x="719" y="246"/>
                    </a:lnTo>
                    <a:lnTo>
                      <a:pt x="725" y="261"/>
                    </a:lnTo>
                    <a:lnTo>
                      <a:pt x="730" y="275"/>
                    </a:lnTo>
                    <a:lnTo>
                      <a:pt x="731" y="285"/>
                    </a:lnTo>
                    <a:lnTo>
                      <a:pt x="734" y="303"/>
                    </a:lnTo>
                    <a:lnTo>
                      <a:pt x="736" y="320"/>
                    </a:lnTo>
                    <a:lnTo>
                      <a:pt x="739" y="341"/>
                    </a:lnTo>
                    <a:lnTo>
                      <a:pt x="739" y="351"/>
                    </a:lnTo>
                    <a:lnTo>
                      <a:pt x="740" y="369"/>
                    </a:lnTo>
                    <a:lnTo>
                      <a:pt x="742" y="2841"/>
                    </a:lnTo>
                  </a:path>
                </a:pathLst>
              </a:custGeom>
              <a:noFill/>
              <a:ln w="12700" cap="flat" cmpd="sng">
                <a:solidFill>
                  <a:schemeClr val="tx2"/>
                </a:solidFill>
                <a:prstDash val="solid"/>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grpSp>
        <p:nvGrpSpPr>
          <p:cNvPr id="34" name="Group 33">
            <a:extLst>
              <a:ext uri="{FF2B5EF4-FFF2-40B4-BE49-F238E27FC236}">
                <a16:creationId xmlns:a16="http://schemas.microsoft.com/office/drawing/2014/main" id="{2475F776-25D9-4C95-8543-2A0EE34B9222}"/>
              </a:ext>
            </a:extLst>
          </p:cNvPr>
          <p:cNvGrpSpPr/>
          <p:nvPr/>
        </p:nvGrpSpPr>
        <p:grpSpPr>
          <a:xfrm>
            <a:off x="899294" y="2270662"/>
            <a:ext cx="371196" cy="264926"/>
            <a:chOff x="1754188" y="1195388"/>
            <a:chExt cx="387350" cy="387350"/>
          </a:xfrm>
        </p:grpSpPr>
        <p:sp>
          <p:nvSpPr>
            <p:cNvPr id="35" name="Oval 162">
              <a:extLst>
                <a:ext uri="{FF2B5EF4-FFF2-40B4-BE49-F238E27FC236}">
                  <a16:creationId xmlns:a16="http://schemas.microsoft.com/office/drawing/2014/main" id="{E8B26FF6-BDB5-758A-4DF6-9FE096FC1B92}"/>
                </a:ext>
              </a:extLst>
            </p:cNvPr>
            <p:cNvSpPr>
              <a:spLocks noChangeArrowheads="1"/>
            </p:cNvSpPr>
            <p:nvPr/>
          </p:nvSpPr>
          <p:spPr bwMode="auto">
            <a:xfrm>
              <a:off x="1754188" y="1195388"/>
              <a:ext cx="387350" cy="387350"/>
            </a:xfrm>
            <a:prstGeom prst="ellipse">
              <a:avLst/>
            </a:prstGeom>
            <a:solidFill>
              <a:srgbClr val="80E0FF"/>
            </a:solidFill>
            <a:ln w="2857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grpSp>
          <p:nvGrpSpPr>
            <p:cNvPr id="36" name="Group 280">
              <a:extLst>
                <a:ext uri="{FF2B5EF4-FFF2-40B4-BE49-F238E27FC236}">
                  <a16:creationId xmlns:a16="http://schemas.microsoft.com/office/drawing/2014/main" id="{2A8562DD-E459-6E6C-B2FB-8236349E03E2}"/>
                </a:ext>
              </a:extLst>
            </p:cNvPr>
            <p:cNvGrpSpPr>
              <a:grpSpLocks/>
            </p:cNvGrpSpPr>
            <p:nvPr/>
          </p:nvGrpSpPr>
          <p:grpSpPr bwMode="auto">
            <a:xfrm>
              <a:off x="1877514" y="1243807"/>
              <a:ext cx="150812" cy="290512"/>
              <a:chOff x="2989" y="981"/>
              <a:chExt cx="95" cy="183"/>
            </a:xfrm>
          </p:grpSpPr>
          <p:sp>
            <p:nvSpPr>
              <p:cNvPr id="37" name="Line 281">
                <a:extLst>
                  <a:ext uri="{FF2B5EF4-FFF2-40B4-BE49-F238E27FC236}">
                    <a16:creationId xmlns:a16="http://schemas.microsoft.com/office/drawing/2014/main" id="{FB058C23-6CFD-52A2-40CE-B3D11A44F43A}"/>
                  </a:ext>
                </a:extLst>
              </p:cNvPr>
              <p:cNvSpPr>
                <a:spLocks noChangeAspect="1" noChangeShapeType="1"/>
              </p:cNvSpPr>
              <p:nvPr/>
            </p:nvSpPr>
            <p:spPr bwMode="auto">
              <a:xfrm>
                <a:off x="3037" y="1010"/>
                <a:ext cx="0" cy="123"/>
              </a:xfrm>
              <a:prstGeom prst="line">
                <a:avLst/>
              </a:prstGeom>
              <a:noFill/>
              <a:ln w="12700">
                <a:solidFill>
                  <a:srgbClr val="000000"/>
                </a:solidFill>
                <a:round/>
                <a:headEnd type="none" w="sm" len="sm"/>
                <a:tailEnd type="none" w="sm" len="sm"/>
              </a:ln>
              <a:effectLst/>
            </p:spPr>
            <p:txBody>
              <a:bodyPr wrap="none" lIns="0" tIns="0" rIns="0" bIns="0" anchor="ctr" anchorCtr="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8" name="Freeform 282">
                <a:extLst>
                  <a:ext uri="{FF2B5EF4-FFF2-40B4-BE49-F238E27FC236}">
                    <a16:creationId xmlns:a16="http://schemas.microsoft.com/office/drawing/2014/main" id="{4A3CE5B0-1622-8E3F-7119-E17E519A1EF9}"/>
                  </a:ext>
                </a:extLst>
              </p:cNvPr>
              <p:cNvSpPr>
                <a:spLocks noChangeAspect="1"/>
              </p:cNvSpPr>
              <p:nvPr/>
            </p:nvSpPr>
            <p:spPr bwMode="auto">
              <a:xfrm>
                <a:off x="2989" y="1130"/>
                <a:ext cx="95" cy="34"/>
              </a:xfrm>
              <a:custGeom>
                <a:avLst/>
                <a:gdLst/>
                <a:ahLst/>
                <a:cxnLst>
                  <a:cxn ang="0">
                    <a:pos x="0" y="922"/>
                  </a:cxn>
                  <a:cxn ang="0">
                    <a:pos x="1850" y="922"/>
                  </a:cxn>
                  <a:cxn ang="0">
                    <a:pos x="1848" y="850"/>
                  </a:cxn>
                  <a:cxn ang="0">
                    <a:pos x="1839" y="778"/>
                  </a:cxn>
                  <a:cxn ang="0">
                    <a:pos x="1826" y="700"/>
                  </a:cxn>
                  <a:cxn ang="0">
                    <a:pos x="1793" y="597"/>
                  </a:cxn>
                  <a:cxn ang="0">
                    <a:pos x="1749" y="501"/>
                  </a:cxn>
                  <a:cxn ang="0">
                    <a:pos x="1692" y="406"/>
                  </a:cxn>
                  <a:cxn ang="0">
                    <a:pos x="1632" y="324"/>
                  </a:cxn>
                  <a:cxn ang="0">
                    <a:pos x="1556" y="244"/>
                  </a:cxn>
                  <a:cxn ang="0">
                    <a:pos x="1458" y="168"/>
                  </a:cxn>
                  <a:cxn ang="0">
                    <a:pos x="1355" y="105"/>
                  </a:cxn>
                  <a:cxn ang="0">
                    <a:pos x="1253" y="58"/>
                  </a:cxn>
                  <a:cxn ang="0">
                    <a:pos x="1170" y="31"/>
                  </a:cxn>
                  <a:cxn ang="0">
                    <a:pos x="1077" y="12"/>
                  </a:cxn>
                  <a:cxn ang="0">
                    <a:pos x="1002" y="4"/>
                  </a:cxn>
                  <a:cxn ang="0">
                    <a:pos x="926" y="0"/>
                  </a:cxn>
                  <a:cxn ang="0">
                    <a:pos x="849" y="1"/>
                  </a:cxn>
                  <a:cxn ang="0">
                    <a:pos x="777" y="10"/>
                  </a:cxn>
                  <a:cxn ang="0">
                    <a:pos x="687" y="30"/>
                  </a:cxn>
                  <a:cxn ang="0">
                    <a:pos x="600" y="60"/>
                  </a:cxn>
                  <a:cxn ang="0">
                    <a:pos x="498" y="106"/>
                  </a:cxn>
                  <a:cxn ang="0">
                    <a:pos x="398" y="168"/>
                  </a:cxn>
                  <a:cxn ang="0">
                    <a:pos x="300" y="243"/>
                  </a:cxn>
                  <a:cxn ang="0">
                    <a:pos x="222" y="322"/>
                  </a:cxn>
                  <a:cxn ang="0">
                    <a:pos x="158" y="405"/>
                  </a:cxn>
                  <a:cxn ang="0">
                    <a:pos x="105" y="499"/>
                  </a:cxn>
                  <a:cxn ang="0">
                    <a:pos x="62" y="594"/>
                  </a:cxn>
                  <a:cxn ang="0">
                    <a:pos x="30" y="699"/>
                  </a:cxn>
                  <a:cxn ang="0">
                    <a:pos x="14" y="775"/>
                  </a:cxn>
                  <a:cxn ang="0">
                    <a:pos x="5" y="853"/>
                  </a:cxn>
                  <a:cxn ang="0">
                    <a:pos x="0" y="922"/>
                  </a:cxn>
                </a:cxnLst>
                <a:rect l="0" t="0" r="r" b="b"/>
                <a:pathLst>
                  <a:path w="1850" h="922">
                    <a:moveTo>
                      <a:pt x="0" y="922"/>
                    </a:moveTo>
                    <a:lnTo>
                      <a:pt x="1850" y="922"/>
                    </a:lnTo>
                    <a:lnTo>
                      <a:pt x="1848" y="850"/>
                    </a:lnTo>
                    <a:lnTo>
                      <a:pt x="1839" y="778"/>
                    </a:lnTo>
                    <a:lnTo>
                      <a:pt x="1826" y="700"/>
                    </a:lnTo>
                    <a:lnTo>
                      <a:pt x="1793" y="597"/>
                    </a:lnTo>
                    <a:lnTo>
                      <a:pt x="1749" y="501"/>
                    </a:lnTo>
                    <a:lnTo>
                      <a:pt x="1692" y="406"/>
                    </a:lnTo>
                    <a:lnTo>
                      <a:pt x="1632" y="324"/>
                    </a:lnTo>
                    <a:lnTo>
                      <a:pt x="1556" y="244"/>
                    </a:lnTo>
                    <a:lnTo>
                      <a:pt x="1458" y="168"/>
                    </a:lnTo>
                    <a:lnTo>
                      <a:pt x="1355" y="105"/>
                    </a:lnTo>
                    <a:lnTo>
                      <a:pt x="1253" y="58"/>
                    </a:lnTo>
                    <a:lnTo>
                      <a:pt x="1170" y="31"/>
                    </a:lnTo>
                    <a:lnTo>
                      <a:pt x="1077" y="12"/>
                    </a:lnTo>
                    <a:lnTo>
                      <a:pt x="1002" y="4"/>
                    </a:lnTo>
                    <a:lnTo>
                      <a:pt x="926" y="0"/>
                    </a:lnTo>
                    <a:lnTo>
                      <a:pt x="849" y="1"/>
                    </a:lnTo>
                    <a:lnTo>
                      <a:pt x="777" y="10"/>
                    </a:lnTo>
                    <a:lnTo>
                      <a:pt x="687" y="30"/>
                    </a:lnTo>
                    <a:lnTo>
                      <a:pt x="600" y="60"/>
                    </a:lnTo>
                    <a:lnTo>
                      <a:pt x="498" y="106"/>
                    </a:lnTo>
                    <a:lnTo>
                      <a:pt x="398" y="168"/>
                    </a:lnTo>
                    <a:lnTo>
                      <a:pt x="300" y="243"/>
                    </a:lnTo>
                    <a:lnTo>
                      <a:pt x="222" y="322"/>
                    </a:lnTo>
                    <a:lnTo>
                      <a:pt x="158" y="405"/>
                    </a:lnTo>
                    <a:lnTo>
                      <a:pt x="105" y="499"/>
                    </a:lnTo>
                    <a:lnTo>
                      <a:pt x="62" y="594"/>
                    </a:lnTo>
                    <a:lnTo>
                      <a:pt x="30" y="699"/>
                    </a:lnTo>
                    <a:lnTo>
                      <a:pt x="14" y="775"/>
                    </a:lnTo>
                    <a:lnTo>
                      <a:pt x="5" y="853"/>
                    </a:lnTo>
                    <a:lnTo>
                      <a:pt x="0" y="922"/>
                    </a:lnTo>
                    <a:close/>
                  </a:path>
                </a:pathLst>
              </a:custGeom>
              <a:noFill/>
              <a:ln w="12700" cap="flat" cmpd="sng">
                <a:solidFill>
                  <a:schemeClr val="tx1"/>
                </a:solidFill>
                <a:prstDash val="solid"/>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9" name="Freeform 283">
                <a:extLst>
                  <a:ext uri="{FF2B5EF4-FFF2-40B4-BE49-F238E27FC236}">
                    <a16:creationId xmlns:a16="http://schemas.microsoft.com/office/drawing/2014/main" id="{A84D1207-7F41-9094-428A-8AB42DA10753}"/>
                  </a:ext>
                </a:extLst>
              </p:cNvPr>
              <p:cNvSpPr>
                <a:spLocks noChangeAspect="1"/>
              </p:cNvSpPr>
              <p:nvPr/>
            </p:nvSpPr>
            <p:spPr bwMode="auto">
              <a:xfrm>
                <a:off x="3017" y="981"/>
                <a:ext cx="40" cy="152"/>
              </a:xfrm>
              <a:custGeom>
                <a:avLst/>
                <a:gdLst/>
                <a:ahLst/>
                <a:cxnLst>
                  <a:cxn ang="0">
                    <a:pos x="1" y="368"/>
                  </a:cxn>
                  <a:cxn ang="0">
                    <a:pos x="2" y="344"/>
                  </a:cxn>
                  <a:cxn ang="0">
                    <a:pos x="8" y="296"/>
                  </a:cxn>
                  <a:cxn ang="0">
                    <a:pos x="17" y="263"/>
                  </a:cxn>
                  <a:cxn ang="0">
                    <a:pos x="26" y="234"/>
                  </a:cxn>
                  <a:cxn ang="0">
                    <a:pos x="41" y="204"/>
                  </a:cxn>
                  <a:cxn ang="0">
                    <a:pos x="61" y="170"/>
                  </a:cxn>
                  <a:cxn ang="0">
                    <a:pos x="80" y="143"/>
                  </a:cxn>
                  <a:cxn ang="0">
                    <a:pos x="104" y="114"/>
                  </a:cxn>
                  <a:cxn ang="0">
                    <a:pos x="130" y="90"/>
                  </a:cxn>
                  <a:cxn ang="0">
                    <a:pos x="154" y="72"/>
                  </a:cxn>
                  <a:cxn ang="0">
                    <a:pos x="176" y="56"/>
                  </a:cxn>
                  <a:cxn ang="0">
                    <a:pos x="206" y="38"/>
                  </a:cxn>
                  <a:cxn ang="0">
                    <a:pos x="239" y="24"/>
                  </a:cxn>
                  <a:cxn ang="0">
                    <a:pos x="275" y="12"/>
                  </a:cxn>
                  <a:cxn ang="0">
                    <a:pos x="310" y="5"/>
                  </a:cxn>
                  <a:cxn ang="0">
                    <a:pos x="355" y="0"/>
                  </a:cxn>
                  <a:cxn ang="0">
                    <a:pos x="388" y="0"/>
                  </a:cxn>
                  <a:cxn ang="0">
                    <a:pos x="436" y="6"/>
                  </a:cxn>
                  <a:cxn ang="0">
                    <a:pos x="482" y="17"/>
                  </a:cxn>
                  <a:cxn ang="0">
                    <a:pos x="517" y="30"/>
                  </a:cxn>
                  <a:cxn ang="0">
                    <a:pos x="545" y="42"/>
                  </a:cxn>
                  <a:cxn ang="0">
                    <a:pos x="572" y="59"/>
                  </a:cxn>
                  <a:cxn ang="0">
                    <a:pos x="592" y="72"/>
                  </a:cxn>
                  <a:cxn ang="0">
                    <a:pos x="605" y="84"/>
                  </a:cxn>
                  <a:cxn ang="0">
                    <a:pos x="623" y="101"/>
                  </a:cxn>
                  <a:cxn ang="0">
                    <a:pos x="640" y="116"/>
                  </a:cxn>
                  <a:cxn ang="0">
                    <a:pos x="655" y="132"/>
                  </a:cxn>
                  <a:cxn ang="0">
                    <a:pos x="673" y="158"/>
                  </a:cxn>
                  <a:cxn ang="0">
                    <a:pos x="689" y="183"/>
                  </a:cxn>
                  <a:cxn ang="0">
                    <a:pos x="701" y="204"/>
                  </a:cxn>
                  <a:cxn ang="0">
                    <a:pos x="713" y="231"/>
                  </a:cxn>
                  <a:cxn ang="0">
                    <a:pos x="725" y="261"/>
                  </a:cxn>
                  <a:cxn ang="0">
                    <a:pos x="731" y="285"/>
                  </a:cxn>
                  <a:cxn ang="0">
                    <a:pos x="736" y="320"/>
                  </a:cxn>
                  <a:cxn ang="0">
                    <a:pos x="739" y="351"/>
                  </a:cxn>
                  <a:cxn ang="0">
                    <a:pos x="742" y="2841"/>
                  </a:cxn>
                </a:cxnLst>
                <a:rect l="0" t="0" r="r" b="b"/>
                <a:pathLst>
                  <a:path w="742" h="2841">
                    <a:moveTo>
                      <a:pt x="0" y="2841"/>
                    </a:moveTo>
                    <a:lnTo>
                      <a:pt x="1" y="368"/>
                    </a:lnTo>
                    <a:lnTo>
                      <a:pt x="2" y="367"/>
                    </a:lnTo>
                    <a:lnTo>
                      <a:pt x="2" y="344"/>
                    </a:lnTo>
                    <a:lnTo>
                      <a:pt x="5" y="318"/>
                    </a:lnTo>
                    <a:lnTo>
                      <a:pt x="8" y="296"/>
                    </a:lnTo>
                    <a:lnTo>
                      <a:pt x="13" y="279"/>
                    </a:lnTo>
                    <a:lnTo>
                      <a:pt x="17" y="263"/>
                    </a:lnTo>
                    <a:lnTo>
                      <a:pt x="22" y="248"/>
                    </a:lnTo>
                    <a:lnTo>
                      <a:pt x="26" y="234"/>
                    </a:lnTo>
                    <a:lnTo>
                      <a:pt x="32" y="222"/>
                    </a:lnTo>
                    <a:lnTo>
                      <a:pt x="41" y="204"/>
                    </a:lnTo>
                    <a:lnTo>
                      <a:pt x="50" y="188"/>
                    </a:lnTo>
                    <a:lnTo>
                      <a:pt x="61" y="170"/>
                    </a:lnTo>
                    <a:lnTo>
                      <a:pt x="70" y="158"/>
                    </a:lnTo>
                    <a:lnTo>
                      <a:pt x="80" y="143"/>
                    </a:lnTo>
                    <a:lnTo>
                      <a:pt x="92" y="129"/>
                    </a:lnTo>
                    <a:lnTo>
                      <a:pt x="104" y="114"/>
                    </a:lnTo>
                    <a:lnTo>
                      <a:pt x="119" y="101"/>
                    </a:lnTo>
                    <a:lnTo>
                      <a:pt x="130" y="90"/>
                    </a:lnTo>
                    <a:lnTo>
                      <a:pt x="140" y="81"/>
                    </a:lnTo>
                    <a:lnTo>
                      <a:pt x="154" y="72"/>
                    </a:lnTo>
                    <a:lnTo>
                      <a:pt x="164" y="65"/>
                    </a:lnTo>
                    <a:lnTo>
                      <a:pt x="176" y="56"/>
                    </a:lnTo>
                    <a:lnTo>
                      <a:pt x="193" y="47"/>
                    </a:lnTo>
                    <a:lnTo>
                      <a:pt x="206" y="38"/>
                    </a:lnTo>
                    <a:lnTo>
                      <a:pt x="223" y="32"/>
                    </a:lnTo>
                    <a:lnTo>
                      <a:pt x="239" y="24"/>
                    </a:lnTo>
                    <a:lnTo>
                      <a:pt x="257" y="18"/>
                    </a:lnTo>
                    <a:lnTo>
                      <a:pt x="275" y="12"/>
                    </a:lnTo>
                    <a:lnTo>
                      <a:pt x="290" y="8"/>
                    </a:lnTo>
                    <a:lnTo>
                      <a:pt x="310" y="5"/>
                    </a:lnTo>
                    <a:lnTo>
                      <a:pt x="332" y="2"/>
                    </a:lnTo>
                    <a:lnTo>
                      <a:pt x="355" y="0"/>
                    </a:lnTo>
                    <a:lnTo>
                      <a:pt x="373" y="0"/>
                    </a:lnTo>
                    <a:lnTo>
                      <a:pt x="388" y="0"/>
                    </a:lnTo>
                    <a:lnTo>
                      <a:pt x="410" y="2"/>
                    </a:lnTo>
                    <a:lnTo>
                      <a:pt x="436" y="6"/>
                    </a:lnTo>
                    <a:lnTo>
                      <a:pt x="461" y="11"/>
                    </a:lnTo>
                    <a:lnTo>
                      <a:pt x="482" y="17"/>
                    </a:lnTo>
                    <a:lnTo>
                      <a:pt x="503" y="24"/>
                    </a:lnTo>
                    <a:lnTo>
                      <a:pt x="517" y="30"/>
                    </a:lnTo>
                    <a:lnTo>
                      <a:pt x="530" y="36"/>
                    </a:lnTo>
                    <a:lnTo>
                      <a:pt x="545" y="42"/>
                    </a:lnTo>
                    <a:lnTo>
                      <a:pt x="559" y="51"/>
                    </a:lnTo>
                    <a:lnTo>
                      <a:pt x="572" y="59"/>
                    </a:lnTo>
                    <a:lnTo>
                      <a:pt x="583" y="66"/>
                    </a:lnTo>
                    <a:lnTo>
                      <a:pt x="592" y="72"/>
                    </a:lnTo>
                    <a:lnTo>
                      <a:pt x="598" y="77"/>
                    </a:lnTo>
                    <a:lnTo>
                      <a:pt x="605" y="84"/>
                    </a:lnTo>
                    <a:lnTo>
                      <a:pt x="614" y="92"/>
                    </a:lnTo>
                    <a:lnTo>
                      <a:pt x="623" y="101"/>
                    </a:lnTo>
                    <a:lnTo>
                      <a:pt x="631" y="107"/>
                    </a:lnTo>
                    <a:lnTo>
                      <a:pt x="640" y="116"/>
                    </a:lnTo>
                    <a:lnTo>
                      <a:pt x="647" y="123"/>
                    </a:lnTo>
                    <a:lnTo>
                      <a:pt x="655" y="132"/>
                    </a:lnTo>
                    <a:lnTo>
                      <a:pt x="661" y="143"/>
                    </a:lnTo>
                    <a:lnTo>
                      <a:pt x="673" y="158"/>
                    </a:lnTo>
                    <a:lnTo>
                      <a:pt x="683" y="173"/>
                    </a:lnTo>
                    <a:lnTo>
                      <a:pt x="689" y="183"/>
                    </a:lnTo>
                    <a:lnTo>
                      <a:pt x="695" y="194"/>
                    </a:lnTo>
                    <a:lnTo>
                      <a:pt x="701" y="204"/>
                    </a:lnTo>
                    <a:lnTo>
                      <a:pt x="707" y="218"/>
                    </a:lnTo>
                    <a:lnTo>
                      <a:pt x="713" y="231"/>
                    </a:lnTo>
                    <a:lnTo>
                      <a:pt x="719" y="246"/>
                    </a:lnTo>
                    <a:lnTo>
                      <a:pt x="725" y="261"/>
                    </a:lnTo>
                    <a:lnTo>
                      <a:pt x="730" y="275"/>
                    </a:lnTo>
                    <a:lnTo>
                      <a:pt x="731" y="285"/>
                    </a:lnTo>
                    <a:lnTo>
                      <a:pt x="734" y="303"/>
                    </a:lnTo>
                    <a:lnTo>
                      <a:pt x="736" y="320"/>
                    </a:lnTo>
                    <a:lnTo>
                      <a:pt x="739" y="341"/>
                    </a:lnTo>
                    <a:lnTo>
                      <a:pt x="739" y="351"/>
                    </a:lnTo>
                    <a:lnTo>
                      <a:pt x="740" y="369"/>
                    </a:lnTo>
                    <a:lnTo>
                      <a:pt x="742" y="2841"/>
                    </a:lnTo>
                  </a:path>
                </a:pathLst>
              </a:custGeom>
              <a:noFill/>
              <a:ln w="12700" cap="flat" cmpd="sng">
                <a:solidFill>
                  <a:schemeClr val="tx2"/>
                </a:solidFill>
                <a:prstDash val="solid"/>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grpSp>
        <p:nvGrpSpPr>
          <p:cNvPr id="40" name="Group 39">
            <a:extLst>
              <a:ext uri="{FF2B5EF4-FFF2-40B4-BE49-F238E27FC236}">
                <a16:creationId xmlns:a16="http://schemas.microsoft.com/office/drawing/2014/main" id="{CBC71193-97D7-55FD-92A2-73E7C717F082}"/>
              </a:ext>
            </a:extLst>
          </p:cNvPr>
          <p:cNvGrpSpPr/>
          <p:nvPr/>
        </p:nvGrpSpPr>
        <p:grpSpPr>
          <a:xfrm>
            <a:off x="2928565" y="2071968"/>
            <a:ext cx="371196" cy="264926"/>
            <a:chOff x="1754188" y="1195388"/>
            <a:chExt cx="387350" cy="387350"/>
          </a:xfrm>
        </p:grpSpPr>
        <p:sp>
          <p:nvSpPr>
            <p:cNvPr id="41" name="Oval 162">
              <a:extLst>
                <a:ext uri="{FF2B5EF4-FFF2-40B4-BE49-F238E27FC236}">
                  <a16:creationId xmlns:a16="http://schemas.microsoft.com/office/drawing/2014/main" id="{02790464-DAD4-9E4C-38EC-21D24DB70B4D}"/>
                </a:ext>
              </a:extLst>
            </p:cNvPr>
            <p:cNvSpPr>
              <a:spLocks noChangeArrowheads="1"/>
            </p:cNvSpPr>
            <p:nvPr/>
          </p:nvSpPr>
          <p:spPr bwMode="auto">
            <a:xfrm>
              <a:off x="1754188" y="1195388"/>
              <a:ext cx="387350" cy="387350"/>
            </a:xfrm>
            <a:prstGeom prst="ellipse">
              <a:avLst/>
            </a:prstGeom>
            <a:solidFill>
              <a:srgbClr val="80E0FF"/>
            </a:solidFill>
            <a:ln w="2857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grpSp>
          <p:nvGrpSpPr>
            <p:cNvPr id="42" name="Group 280">
              <a:extLst>
                <a:ext uri="{FF2B5EF4-FFF2-40B4-BE49-F238E27FC236}">
                  <a16:creationId xmlns:a16="http://schemas.microsoft.com/office/drawing/2014/main" id="{16A6FCE1-89AE-8BF5-0A7E-A9771EE63C4C}"/>
                </a:ext>
              </a:extLst>
            </p:cNvPr>
            <p:cNvGrpSpPr>
              <a:grpSpLocks/>
            </p:cNvGrpSpPr>
            <p:nvPr/>
          </p:nvGrpSpPr>
          <p:grpSpPr bwMode="auto">
            <a:xfrm>
              <a:off x="1877514" y="1243807"/>
              <a:ext cx="150812" cy="290512"/>
              <a:chOff x="2989" y="981"/>
              <a:chExt cx="95" cy="183"/>
            </a:xfrm>
          </p:grpSpPr>
          <p:sp>
            <p:nvSpPr>
              <p:cNvPr id="43" name="Line 281">
                <a:extLst>
                  <a:ext uri="{FF2B5EF4-FFF2-40B4-BE49-F238E27FC236}">
                    <a16:creationId xmlns:a16="http://schemas.microsoft.com/office/drawing/2014/main" id="{6F5414CA-7A2D-6CB5-1A07-3A99B7008066}"/>
                  </a:ext>
                </a:extLst>
              </p:cNvPr>
              <p:cNvSpPr>
                <a:spLocks noChangeAspect="1" noChangeShapeType="1"/>
              </p:cNvSpPr>
              <p:nvPr/>
            </p:nvSpPr>
            <p:spPr bwMode="auto">
              <a:xfrm>
                <a:off x="3037" y="1010"/>
                <a:ext cx="0" cy="123"/>
              </a:xfrm>
              <a:prstGeom prst="line">
                <a:avLst/>
              </a:prstGeom>
              <a:noFill/>
              <a:ln w="12700">
                <a:solidFill>
                  <a:srgbClr val="000000"/>
                </a:solidFill>
                <a:round/>
                <a:headEnd type="none" w="sm" len="sm"/>
                <a:tailEnd type="none" w="sm" len="sm"/>
              </a:ln>
              <a:effectLst/>
            </p:spPr>
            <p:txBody>
              <a:bodyPr wrap="none" lIns="0" tIns="0" rIns="0" bIns="0" anchor="ctr" anchorCtr="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4" name="Freeform 282">
                <a:extLst>
                  <a:ext uri="{FF2B5EF4-FFF2-40B4-BE49-F238E27FC236}">
                    <a16:creationId xmlns:a16="http://schemas.microsoft.com/office/drawing/2014/main" id="{D15E67E1-3848-1E2D-D95B-89D47F635B95}"/>
                  </a:ext>
                </a:extLst>
              </p:cNvPr>
              <p:cNvSpPr>
                <a:spLocks noChangeAspect="1"/>
              </p:cNvSpPr>
              <p:nvPr/>
            </p:nvSpPr>
            <p:spPr bwMode="auto">
              <a:xfrm>
                <a:off x="2989" y="1130"/>
                <a:ext cx="95" cy="34"/>
              </a:xfrm>
              <a:custGeom>
                <a:avLst/>
                <a:gdLst/>
                <a:ahLst/>
                <a:cxnLst>
                  <a:cxn ang="0">
                    <a:pos x="0" y="922"/>
                  </a:cxn>
                  <a:cxn ang="0">
                    <a:pos x="1850" y="922"/>
                  </a:cxn>
                  <a:cxn ang="0">
                    <a:pos x="1848" y="850"/>
                  </a:cxn>
                  <a:cxn ang="0">
                    <a:pos x="1839" y="778"/>
                  </a:cxn>
                  <a:cxn ang="0">
                    <a:pos x="1826" y="700"/>
                  </a:cxn>
                  <a:cxn ang="0">
                    <a:pos x="1793" y="597"/>
                  </a:cxn>
                  <a:cxn ang="0">
                    <a:pos x="1749" y="501"/>
                  </a:cxn>
                  <a:cxn ang="0">
                    <a:pos x="1692" y="406"/>
                  </a:cxn>
                  <a:cxn ang="0">
                    <a:pos x="1632" y="324"/>
                  </a:cxn>
                  <a:cxn ang="0">
                    <a:pos x="1556" y="244"/>
                  </a:cxn>
                  <a:cxn ang="0">
                    <a:pos x="1458" y="168"/>
                  </a:cxn>
                  <a:cxn ang="0">
                    <a:pos x="1355" y="105"/>
                  </a:cxn>
                  <a:cxn ang="0">
                    <a:pos x="1253" y="58"/>
                  </a:cxn>
                  <a:cxn ang="0">
                    <a:pos x="1170" y="31"/>
                  </a:cxn>
                  <a:cxn ang="0">
                    <a:pos x="1077" y="12"/>
                  </a:cxn>
                  <a:cxn ang="0">
                    <a:pos x="1002" y="4"/>
                  </a:cxn>
                  <a:cxn ang="0">
                    <a:pos x="926" y="0"/>
                  </a:cxn>
                  <a:cxn ang="0">
                    <a:pos x="849" y="1"/>
                  </a:cxn>
                  <a:cxn ang="0">
                    <a:pos x="777" y="10"/>
                  </a:cxn>
                  <a:cxn ang="0">
                    <a:pos x="687" y="30"/>
                  </a:cxn>
                  <a:cxn ang="0">
                    <a:pos x="600" y="60"/>
                  </a:cxn>
                  <a:cxn ang="0">
                    <a:pos x="498" y="106"/>
                  </a:cxn>
                  <a:cxn ang="0">
                    <a:pos x="398" y="168"/>
                  </a:cxn>
                  <a:cxn ang="0">
                    <a:pos x="300" y="243"/>
                  </a:cxn>
                  <a:cxn ang="0">
                    <a:pos x="222" y="322"/>
                  </a:cxn>
                  <a:cxn ang="0">
                    <a:pos x="158" y="405"/>
                  </a:cxn>
                  <a:cxn ang="0">
                    <a:pos x="105" y="499"/>
                  </a:cxn>
                  <a:cxn ang="0">
                    <a:pos x="62" y="594"/>
                  </a:cxn>
                  <a:cxn ang="0">
                    <a:pos x="30" y="699"/>
                  </a:cxn>
                  <a:cxn ang="0">
                    <a:pos x="14" y="775"/>
                  </a:cxn>
                  <a:cxn ang="0">
                    <a:pos x="5" y="853"/>
                  </a:cxn>
                  <a:cxn ang="0">
                    <a:pos x="0" y="922"/>
                  </a:cxn>
                </a:cxnLst>
                <a:rect l="0" t="0" r="r" b="b"/>
                <a:pathLst>
                  <a:path w="1850" h="922">
                    <a:moveTo>
                      <a:pt x="0" y="922"/>
                    </a:moveTo>
                    <a:lnTo>
                      <a:pt x="1850" y="922"/>
                    </a:lnTo>
                    <a:lnTo>
                      <a:pt x="1848" y="850"/>
                    </a:lnTo>
                    <a:lnTo>
                      <a:pt x="1839" y="778"/>
                    </a:lnTo>
                    <a:lnTo>
                      <a:pt x="1826" y="700"/>
                    </a:lnTo>
                    <a:lnTo>
                      <a:pt x="1793" y="597"/>
                    </a:lnTo>
                    <a:lnTo>
                      <a:pt x="1749" y="501"/>
                    </a:lnTo>
                    <a:lnTo>
                      <a:pt x="1692" y="406"/>
                    </a:lnTo>
                    <a:lnTo>
                      <a:pt x="1632" y="324"/>
                    </a:lnTo>
                    <a:lnTo>
                      <a:pt x="1556" y="244"/>
                    </a:lnTo>
                    <a:lnTo>
                      <a:pt x="1458" y="168"/>
                    </a:lnTo>
                    <a:lnTo>
                      <a:pt x="1355" y="105"/>
                    </a:lnTo>
                    <a:lnTo>
                      <a:pt x="1253" y="58"/>
                    </a:lnTo>
                    <a:lnTo>
                      <a:pt x="1170" y="31"/>
                    </a:lnTo>
                    <a:lnTo>
                      <a:pt x="1077" y="12"/>
                    </a:lnTo>
                    <a:lnTo>
                      <a:pt x="1002" y="4"/>
                    </a:lnTo>
                    <a:lnTo>
                      <a:pt x="926" y="0"/>
                    </a:lnTo>
                    <a:lnTo>
                      <a:pt x="849" y="1"/>
                    </a:lnTo>
                    <a:lnTo>
                      <a:pt x="777" y="10"/>
                    </a:lnTo>
                    <a:lnTo>
                      <a:pt x="687" y="30"/>
                    </a:lnTo>
                    <a:lnTo>
                      <a:pt x="600" y="60"/>
                    </a:lnTo>
                    <a:lnTo>
                      <a:pt x="498" y="106"/>
                    </a:lnTo>
                    <a:lnTo>
                      <a:pt x="398" y="168"/>
                    </a:lnTo>
                    <a:lnTo>
                      <a:pt x="300" y="243"/>
                    </a:lnTo>
                    <a:lnTo>
                      <a:pt x="222" y="322"/>
                    </a:lnTo>
                    <a:lnTo>
                      <a:pt x="158" y="405"/>
                    </a:lnTo>
                    <a:lnTo>
                      <a:pt x="105" y="499"/>
                    </a:lnTo>
                    <a:lnTo>
                      <a:pt x="62" y="594"/>
                    </a:lnTo>
                    <a:lnTo>
                      <a:pt x="30" y="699"/>
                    </a:lnTo>
                    <a:lnTo>
                      <a:pt x="14" y="775"/>
                    </a:lnTo>
                    <a:lnTo>
                      <a:pt x="5" y="853"/>
                    </a:lnTo>
                    <a:lnTo>
                      <a:pt x="0" y="922"/>
                    </a:lnTo>
                    <a:close/>
                  </a:path>
                </a:pathLst>
              </a:custGeom>
              <a:noFill/>
              <a:ln w="12700" cap="flat" cmpd="sng">
                <a:solidFill>
                  <a:schemeClr val="tx1"/>
                </a:solidFill>
                <a:prstDash val="solid"/>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5" name="Freeform 283">
                <a:extLst>
                  <a:ext uri="{FF2B5EF4-FFF2-40B4-BE49-F238E27FC236}">
                    <a16:creationId xmlns:a16="http://schemas.microsoft.com/office/drawing/2014/main" id="{137D0B1B-5FF5-4285-71B7-B7DB9CD3A60D}"/>
                  </a:ext>
                </a:extLst>
              </p:cNvPr>
              <p:cNvSpPr>
                <a:spLocks noChangeAspect="1"/>
              </p:cNvSpPr>
              <p:nvPr/>
            </p:nvSpPr>
            <p:spPr bwMode="auto">
              <a:xfrm>
                <a:off x="3017" y="981"/>
                <a:ext cx="40" cy="152"/>
              </a:xfrm>
              <a:custGeom>
                <a:avLst/>
                <a:gdLst/>
                <a:ahLst/>
                <a:cxnLst>
                  <a:cxn ang="0">
                    <a:pos x="1" y="368"/>
                  </a:cxn>
                  <a:cxn ang="0">
                    <a:pos x="2" y="344"/>
                  </a:cxn>
                  <a:cxn ang="0">
                    <a:pos x="8" y="296"/>
                  </a:cxn>
                  <a:cxn ang="0">
                    <a:pos x="17" y="263"/>
                  </a:cxn>
                  <a:cxn ang="0">
                    <a:pos x="26" y="234"/>
                  </a:cxn>
                  <a:cxn ang="0">
                    <a:pos x="41" y="204"/>
                  </a:cxn>
                  <a:cxn ang="0">
                    <a:pos x="61" y="170"/>
                  </a:cxn>
                  <a:cxn ang="0">
                    <a:pos x="80" y="143"/>
                  </a:cxn>
                  <a:cxn ang="0">
                    <a:pos x="104" y="114"/>
                  </a:cxn>
                  <a:cxn ang="0">
                    <a:pos x="130" y="90"/>
                  </a:cxn>
                  <a:cxn ang="0">
                    <a:pos x="154" y="72"/>
                  </a:cxn>
                  <a:cxn ang="0">
                    <a:pos x="176" y="56"/>
                  </a:cxn>
                  <a:cxn ang="0">
                    <a:pos x="206" y="38"/>
                  </a:cxn>
                  <a:cxn ang="0">
                    <a:pos x="239" y="24"/>
                  </a:cxn>
                  <a:cxn ang="0">
                    <a:pos x="275" y="12"/>
                  </a:cxn>
                  <a:cxn ang="0">
                    <a:pos x="310" y="5"/>
                  </a:cxn>
                  <a:cxn ang="0">
                    <a:pos x="355" y="0"/>
                  </a:cxn>
                  <a:cxn ang="0">
                    <a:pos x="388" y="0"/>
                  </a:cxn>
                  <a:cxn ang="0">
                    <a:pos x="436" y="6"/>
                  </a:cxn>
                  <a:cxn ang="0">
                    <a:pos x="482" y="17"/>
                  </a:cxn>
                  <a:cxn ang="0">
                    <a:pos x="517" y="30"/>
                  </a:cxn>
                  <a:cxn ang="0">
                    <a:pos x="545" y="42"/>
                  </a:cxn>
                  <a:cxn ang="0">
                    <a:pos x="572" y="59"/>
                  </a:cxn>
                  <a:cxn ang="0">
                    <a:pos x="592" y="72"/>
                  </a:cxn>
                  <a:cxn ang="0">
                    <a:pos x="605" y="84"/>
                  </a:cxn>
                  <a:cxn ang="0">
                    <a:pos x="623" y="101"/>
                  </a:cxn>
                  <a:cxn ang="0">
                    <a:pos x="640" y="116"/>
                  </a:cxn>
                  <a:cxn ang="0">
                    <a:pos x="655" y="132"/>
                  </a:cxn>
                  <a:cxn ang="0">
                    <a:pos x="673" y="158"/>
                  </a:cxn>
                  <a:cxn ang="0">
                    <a:pos x="689" y="183"/>
                  </a:cxn>
                  <a:cxn ang="0">
                    <a:pos x="701" y="204"/>
                  </a:cxn>
                  <a:cxn ang="0">
                    <a:pos x="713" y="231"/>
                  </a:cxn>
                  <a:cxn ang="0">
                    <a:pos x="725" y="261"/>
                  </a:cxn>
                  <a:cxn ang="0">
                    <a:pos x="731" y="285"/>
                  </a:cxn>
                  <a:cxn ang="0">
                    <a:pos x="736" y="320"/>
                  </a:cxn>
                  <a:cxn ang="0">
                    <a:pos x="739" y="351"/>
                  </a:cxn>
                  <a:cxn ang="0">
                    <a:pos x="742" y="2841"/>
                  </a:cxn>
                </a:cxnLst>
                <a:rect l="0" t="0" r="r" b="b"/>
                <a:pathLst>
                  <a:path w="742" h="2841">
                    <a:moveTo>
                      <a:pt x="0" y="2841"/>
                    </a:moveTo>
                    <a:lnTo>
                      <a:pt x="1" y="368"/>
                    </a:lnTo>
                    <a:lnTo>
                      <a:pt x="2" y="367"/>
                    </a:lnTo>
                    <a:lnTo>
                      <a:pt x="2" y="344"/>
                    </a:lnTo>
                    <a:lnTo>
                      <a:pt x="5" y="318"/>
                    </a:lnTo>
                    <a:lnTo>
                      <a:pt x="8" y="296"/>
                    </a:lnTo>
                    <a:lnTo>
                      <a:pt x="13" y="279"/>
                    </a:lnTo>
                    <a:lnTo>
                      <a:pt x="17" y="263"/>
                    </a:lnTo>
                    <a:lnTo>
                      <a:pt x="22" y="248"/>
                    </a:lnTo>
                    <a:lnTo>
                      <a:pt x="26" y="234"/>
                    </a:lnTo>
                    <a:lnTo>
                      <a:pt x="32" y="222"/>
                    </a:lnTo>
                    <a:lnTo>
                      <a:pt x="41" y="204"/>
                    </a:lnTo>
                    <a:lnTo>
                      <a:pt x="50" y="188"/>
                    </a:lnTo>
                    <a:lnTo>
                      <a:pt x="61" y="170"/>
                    </a:lnTo>
                    <a:lnTo>
                      <a:pt x="70" y="158"/>
                    </a:lnTo>
                    <a:lnTo>
                      <a:pt x="80" y="143"/>
                    </a:lnTo>
                    <a:lnTo>
                      <a:pt x="92" y="129"/>
                    </a:lnTo>
                    <a:lnTo>
                      <a:pt x="104" y="114"/>
                    </a:lnTo>
                    <a:lnTo>
                      <a:pt x="119" y="101"/>
                    </a:lnTo>
                    <a:lnTo>
                      <a:pt x="130" y="90"/>
                    </a:lnTo>
                    <a:lnTo>
                      <a:pt x="140" y="81"/>
                    </a:lnTo>
                    <a:lnTo>
                      <a:pt x="154" y="72"/>
                    </a:lnTo>
                    <a:lnTo>
                      <a:pt x="164" y="65"/>
                    </a:lnTo>
                    <a:lnTo>
                      <a:pt x="176" y="56"/>
                    </a:lnTo>
                    <a:lnTo>
                      <a:pt x="193" y="47"/>
                    </a:lnTo>
                    <a:lnTo>
                      <a:pt x="206" y="38"/>
                    </a:lnTo>
                    <a:lnTo>
                      <a:pt x="223" y="32"/>
                    </a:lnTo>
                    <a:lnTo>
                      <a:pt x="239" y="24"/>
                    </a:lnTo>
                    <a:lnTo>
                      <a:pt x="257" y="18"/>
                    </a:lnTo>
                    <a:lnTo>
                      <a:pt x="275" y="12"/>
                    </a:lnTo>
                    <a:lnTo>
                      <a:pt x="290" y="8"/>
                    </a:lnTo>
                    <a:lnTo>
                      <a:pt x="310" y="5"/>
                    </a:lnTo>
                    <a:lnTo>
                      <a:pt x="332" y="2"/>
                    </a:lnTo>
                    <a:lnTo>
                      <a:pt x="355" y="0"/>
                    </a:lnTo>
                    <a:lnTo>
                      <a:pt x="373" y="0"/>
                    </a:lnTo>
                    <a:lnTo>
                      <a:pt x="388" y="0"/>
                    </a:lnTo>
                    <a:lnTo>
                      <a:pt x="410" y="2"/>
                    </a:lnTo>
                    <a:lnTo>
                      <a:pt x="436" y="6"/>
                    </a:lnTo>
                    <a:lnTo>
                      <a:pt x="461" y="11"/>
                    </a:lnTo>
                    <a:lnTo>
                      <a:pt x="482" y="17"/>
                    </a:lnTo>
                    <a:lnTo>
                      <a:pt x="503" y="24"/>
                    </a:lnTo>
                    <a:lnTo>
                      <a:pt x="517" y="30"/>
                    </a:lnTo>
                    <a:lnTo>
                      <a:pt x="530" y="36"/>
                    </a:lnTo>
                    <a:lnTo>
                      <a:pt x="545" y="42"/>
                    </a:lnTo>
                    <a:lnTo>
                      <a:pt x="559" y="51"/>
                    </a:lnTo>
                    <a:lnTo>
                      <a:pt x="572" y="59"/>
                    </a:lnTo>
                    <a:lnTo>
                      <a:pt x="583" y="66"/>
                    </a:lnTo>
                    <a:lnTo>
                      <a:pt x="592" y="72"/>
                    </a:lnTo>
                    <a:lnTo>
                      <a:pt x="598" y="77"/>
                    </a:lnTo>
                    <a:lnTo>
                      <a:pt x="605" y="84"/>
                    </a:lnTo>
                    <a:lnTo>
                      <a:pt x="614" y="92"/>
                    </a:lnTo>
                    <a:lnTo>
                      <a:pt x="623" y="101"/>
                    </a:lnTo>
                    <a:lnTo>
                      <a:pt x="631" y="107"/>
                    </a:lnTo>
                    <a:lnTo>
                      <a:pt x="640" y="116"/>
                    </a:lnTo>
                    <a:lnTo>
                      <a:pt x="647" y="123"/>
                    </a:lnTo>
                    <a:lnTo>
                      <a:pt x="655" y="132"/>
                    </a:lnTo>
                    <a:lnTo>
                      <a:pt x="661" y="143"/>
                    </a:lnTo>
                    <a:lnTo>
                      <a:pt x="673" y="158"/>
                    </a:lnTo>
                    <a:lnTo>
                      <a:pt x="683" y="173"/>
                    </a:lnTo>
                    <a:lnTo>
                      <a:pt x="689" y="183"/>
                    </a:lnTo>
                    <a:lnTo>
                      <a:pt x="695" y="194"/>
                    </a:lnTo>
                    <a:lnTo>
                      <a:pt x="701" y="204"/>
                    </a:lnTo>
                    <a:lnTo>
                      <a:pt x="707" y="218"/>
                    </a:lnTo>
                    <a:lnTo>
                      <a:pt x="713" y="231"/>
                    </a:lnTo>
                    <a:lnTo>
                      <a:pt x="719" y="246"/>
                    </a:lnTo>
                    <a:lnTo>
                      <a:pt x="725" y="261"/>
                    </a:lnTo>
                    <a:lnTo>
                      <a:pt x="730" y="275"/>
                    </a:lnTo>
                    <a:lnTo>
                      <a:pt x="731" y="285"/>
                    </a:lnTo>
                    <a:lnTo>
                      <a:pt x="734" y="303"/>
                    </a:lnTo>
                    <a:lnTo>
                      <a:pt x="736" y="320"/>
                    </a:lnTo>
                    <a:lnTo>
                      <a:pt x="739" y="341"/>
                    </a:lnTo>
                    <a:lnTo>
                      <a:pt x="739" y="351"/>
                    </a:lnTo>
                    <a:lnTo>
                      <a:pt x="740" y="369"/>
                    </a:lnTo>
                    <a:lnTo>
                      <a:pt x="742" y="2841"/>
                    </a:lnTo>
                  </a:path>
                </a:pathLst>
              </a:custGeom>
              <a:noFill/>
              <a:ln w="12700" cap="flat" cmpd="sng">
                <a:solidFill>
                  <a:schemeClr val="tx2"/>
                </a:solidFill>
                <a:prstDash val="solid"/>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grpSp>
        <p:nvGrpSpPr>
          <p:cNvPr id="46" name="Group 45">
            <a:extLst>
              <a:ext uri="{FF2B5EF4-FFF2-40B4-BE49-F238E27FC236}">
                <a16:creationId xmlns:a16="http://schemas.microsoft.com/office/drawing/2014/main" id="{E5731ACA-C578-1A73-8B34-613BF0A3D87D}"/>
              </a:ext>
            </a:extLst>
          </p:cNvPr>
          <p:cNvGrpSpPr/>
          <p:nvPr/>
        </p:nvGrpSpPr>
        <p:grpSpPr>
          <a:xfrm>
            <a:off x="3898657" y="1489063"/>
            <a:ext cx="371196" cy="264926"/>
            <a:chOff x="1754188" y="1195388"/>
            <a:chExt cx="387350" cy="387350"/>
          </a:xfrm>
        </p:grpSpPr>
        <p:sp>
          <p:nvSpPr>
            <p:cNvPr id="47" name="Oval 162">
              <a:extLst>
                <a:ext uri="{FF2B5EF4-FFF2-40B4-BE49-F238E27FC236}">
                  <a16:creationId xmlns:a16="http://schemas.microsoft.com/office/drawing/2014/main" id="{6BCDC1F8-0F12-39B5-4ECD-CC0E323500F6}"/>
                </a:ext>
              </a:extLst>
            </p:cNvPr>
            <p:cNvSpPr>
              <a:spLocks noChangeArrowheads="1"/>
            </p:cNvSpPr>
            <p:nvPr/>
          </p:nvSpPr>
          <p:spPr bwMode="auto">
            <a:xfrm>
              <a:off x="1754188" y="1195388"/>
              <a:ext cx="387350" cy="387350"/>
            </a:xfrm>
            <a:prstGeom prst="ellipse">
              <a:avLst/>
            </a:prstGeom>
            <a:solidFill>
              <a:srgbClr val="80E0FF"/>
            </a:solidFill>
            <a:ln w="2857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grpSp>
          <p:nvGrpSpPr>
            <p:cNvPr id="48" name="Group 280">
              <a:extLst>
                <a:ext uri="{FF2B5EF4-FFF2-40B4-BE49-F238E27FC236}">
                  <a16:creationId xmlns:a16="http://schemas.microsoft.com/office/drawing/2014/main" id="{9FD77DD6-AA1D-3F32-2196-009D4FDACFBD}"/>
                </a:ext>
              </a:extLst>
            </p:cNvPr>
            <p:cNvGrpSpPr>
              <a:grpSpLocks/>
            </p:cNvGrpSpPr>
            <p:nvPr/>
          </p:nvGrpSpPr>
          <p:grpSpPr bwMode="auto">
            <a:xfrm>
              <a:off x="1877514" y="1243807"/>
              <a:ext cx="150812" cy="290512"/>
              <a:chOff x="2989" y="981"/>
              <a:chExt cx="95" cy="183"/>
            </a:xfrm>
          </p:grpSpPr>
          <p:sp>
            <p:nvSpPr>
              <p:cNvPr id="49" name="Line 281">
                <a:extLst>
                  <a:ext uri="{FF2B5EF4-FFF2-40B4-BE49-F238E27FC236}">
                    <a16:creationId xmlns:a16="http://schemas.microsoft.com/office/drawing/2014/main" id="{E4589160-26A7-874E-B2D1-FC797B9A1BAC}"/>
                  </a:ext>
                </a:extLst>
              </p:cNvPr>
              <p:cNvSpPr>
                <a:spLocks noChangeAspect="1" noChangeShapeType="1"/>
              </p:cNvSpPr>
              <p:nvPr/>
            </p:nvSpPr>
            <p:spPr bwMode="auto">
              <a:xfrm>
                <a:off x="3037" y="1010"/>
                <a:ext cx="0" cy="123"/>
              </a:xfrm>
              <a:prstGeom prst="line">
                <a:avLst/>
              </a:prstGeom>
              <a:noFill/>
              <a:ln w="12700">
                <a:solidFill>
                  <a:srgbClr val="000000"/>
                </a:solidFill>
                <a:round/>
                <a:headEnd type="none" w="sm" len="sm"/>
                <a:tailEnd type="none" w="sm" len="sm"/>
              </a:ln>
              <a:effectLst/>
            </p:spPr>
            <p:txBody>
              <a:bodyPr wrap="none" lIns="0" tIns="0" rIns="0" bIns="0" anchor="ctr" anchorCtr="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50" name="Freeform 282">
                <a:extLst>
                  <a:ext uri="{FF2B5EF4-FFF2-40B4-BE49-F238E27FC236}">
                    <a16:creationId xmlns:a16="http://schemas.microsoft.com/office/drawing/2014/main" id="{F1B04007-DE2C-ACD9-F7DC-28ABA71D4D30}"/>
                  </a:ext>
                </a:extLst>
              </p:cNvPr>
              <p:cNvSpPr>
                <a:spLocks noChangeAspect="1"/>
              </p:cNvSpPr>
              <p:nvPr/>
            </p:nvSpPr>
            <p:spPr bwMode="auto">
              <a:xfrm>
                <a:off x="2989" y="1130"/>
                <a:ext cx="95" cy="34"/>
              </a:xfrm>
              <a:custGeom>
                <a:avLst/>
                <a:gdLst/>
                <a:ahLst/>
                <a:cxnLst>
                  <a:cxn ang="0">
                    <a:pos x="0" y="922"/>
                  </a:cxn>
                  <a:cxn ang="0">
                    <a:pos x="1850" y="922"/>
                  </a:cxn>
                  <a:cxn ang="0">
                    <a:pos x="1848" y="850"/>
                  </a:cxn>
                  <a:cxn ang="0">
                    <a:pos x="1839" y="778"/>
                  </a:cxn>
                  <a:cxn ang="0">
                    <a:pos x="1826" y="700"/>
                  </a:cxn>
                  <a:cxn ang="0">
                    <a:pos x="1793" y="597"/>
                  </a:cxn>
                  <a:cxn ang="0">
                    <a:pos x="1749" y="501"/>
                  </a:cxn>
                  <a:cxn ang="0">
                    <a:pos x="1692" y="406"/>
                  </a:cxn>
                  <a:cxn ang="0">
                    <a:pos x="1632" y="324"/>
                  </a:cxn>
                  <a:cxn ang="0">
                    <a:pos x="1556" y="244"/>
                  </a:cxn>
                  <a:cxn ang="0">
                    <a:pos x="1458" y="168"/>
                  </a:cxn>
                  <a:cxn ang="0">
                    <a:pos x="1355" y="105"/>
                  </a:cxn>
                  <a:cxn ang="0">
                    <a:pos x="1253" y="58"/>
                  </a:cxn>
                  <a:cxn ang="0">
                    <a:pos x="1170" y="31"/>
                  </a:cxn>
                  <a:cxn ang="0">
                    <a:pos x="1077" y="12"/>
                  </a:cxn>
                  <a:cxn ang="0">
                    <a:pos x="1002" y="4"/>
                  </a:cxn>
                  <a:cxn ang="0">
                    <a:pos x="926" y="0"/>
                  </a:cxn>
                  <a:cxn ang="0">
                    <a:pos x="849" y="1"/>
                  </a:cxn>
                  <a:cxn ang="0">
                    <a:pos x="777" y="10"/>
                  </a:cxn>
                  <a:cxn ang="0">
                    <a:pos x="687" y="30"/>
                  </a:cxn>
                  <a:cxn ang="0">
                    <a:pos x="600" y="60"/>
                  </a:cxn>
                  <a:cxn ang="0">
                    <a:pos x="498" y="106"/>
                  </a:cxn>
                  <a:cxn ang="0">
                    <a:pos x="398" y="168"/>
                  </a:cxn>
                  <a:cxn ang="0">
                    <a:pos x="300" y="243"/>
                  </a:cxn>
                  <a:cxn ang="0">
                    <a:pos x="222" y="322"/>
                  </a:cxn>
                  <a:cxn ang="0">
                    <a:pos x="158" y="405"/>
                  </a:cxn>
                  <a:cxn ang="0">
                    <a:pos x="105" y="499"/>
                  </a:cxn>
                  <a:cxn ang="0">
                    <a:pos x="62" y="594"/>
                  </a:cxn>
                  <a:cxn ang="0">
                    <a:pos x="30" y="699"/>
                  </a:cxn>
                  <a:cxn ang="0">
                    <a:pos x="14" y="775"/>
                  </a:cxn>
                  <a:cxn ang="0">
                    <a:pos x="5" y="853"/>
                  </a:cxn>
                  <a:cxn ang="0">
                    <a:pos x="0" y="922"/>
                  </a:cxn>
                </a:cxnLst>
                <a:rect l="0" t="0" r="r" b="b"/>
                <a:pathLst>
                  <a:path w="1850" h="922">
                    <a:moveTo>
                      <a:pt x="0" y="922"/>
                    </a:moveTo>
                    <a:lnTo>
                      <a:pt x="1850" y="922"/>
                    </a:lnTo>
                    <a:lnTo>
                      <a:pt x="1848" y="850"/>
                    </a:lnTo>
                    <a:lnTo>
                      <a:pt x="1839" y="778"/>
                    </a:lnTo>
                    <a:lnTo>
                      <a:pt x="1826" y="700"/>
                    </a:lnTo>
                    <a:lnTo>
                      <a:pt x="1793" y="597"/>
                    </a:lnTo>
                    <a:lnTo>
                      <a:pt x="1749" y="501"/>
                    </a:lnTo>
                    <a:lnTo>
                      <a:pt x="1692" y="406"/>
                    </a:lnTo>
                    <a:lnTo>
                      <a:pt x="1632" y="324"/>
                    </a:lnTo>
                    <a:lnTo>
                      <a:pt x="1556" y="244"/>
                    </a:lnTo>
                    <a:lnTo>
                      <a:pt x="1458" y="168"/>
                    </a:lnTo>
                    <a:lnTo>
                      <a:pt x="1355" y="105"/>
                    </a:lnTo>
                    <a:lnTo>
                      <a:pt x="1253" y="58"/>
                    </a:lnTo>
                    <a:lnTo>
                      <a:pt x="1170" y="31"/>
                    </a:lnTo>
                    <a:lnTo>
                      <a:pt x="1077" y="12"/>
                    </a:lnTo>
                    <a:lnTo>
                      <a:pt x="1002" y="4"/>
                    </a:lnTo>
                    <a:lnTo>
                      <a:pt x="926" y="0"/>
                    </a:lnTo>
                    <a:lnTo>
                      <a:pt x="849" y="1"/>
                    </a:lnTo>
                    <a:lnTo>
                      <a:pt x="777" y="10"/>
                    </a:lnTo>
                    <a:lnTo>
                      <a:pt x="687" y="30"/>
                    </a:lnTo>
                    <a:lnTo>
                      <a:pt x="600" y="60"/>
                    </a:lnTo>
                    <a:lnTo>
                      <a:pt x="498" y="106"/>
                    </a:lnTo>
                    <a:lnTo>
                      <a:pt x="398" y="168"/>
                    </a:lnTo>
                    <a:lnTo>
                      <a:pt x="300" y="243"/>
                    </a:lnTo>
                    <a:lnTo>
                      <a:pt x="222" y="322"/>
                    </a:lnTo>
                    <a:lnTo>
                      <a:pt x="158" y="405"/>
                    </a:lnTo>
                    <a:lnTo>
                      <a:pt x="105" y="499"/>
                    </a:lnTo>
                    <a:lnTo>
                      <a:pt x="62" y="594"/>
                    </a:lnTo>
                    <a:lnTo>
                      <a:pt x="30" y="699"/>
                    </a:lnTo>
                    <a:lnTo>
                      <a:pt x="14" y="775"/>
                    </a:lnTo>
                    <a:lnTo>
                      <a:pt x="5" y="853"/>
                    </a:lnTo>
                    <a:lnTo>
                      <a:pt x="0" y="922"/>
                    </a:lnTo>
                    <a:close/>
                  </a:path>
                </a:pathLst>
              </a:custGeom>
              <a:noFill/>
              <a:ln w="12700" cap="flat" cmpd="sng">
                <a:solidFill>
                  <a:schemeClr val="tx1"/>
                </a:solidFill>
                <a:prstDash val="solid"/>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51" name="Freeform 283">
                <a:extLst>
                  <a:ext uri="{FF2B5EF4-FFF2-40B4-BE49-F238E27FC236}">
                    <a16:creationId xmlns:a16="http://schemas.microsoft.com/office/drawing/2014/main" id="{2ED47DD0-19DD-AEF1-E1F6-41D0619A07B8}"/>
                  </a:ext>
                </a:extLst>
              </p:cNvPr>
              <p:cNvSpPr>
                <a:spLocks noChangeAspect="1"/>
              </p:cNvSpPr>
              <p:nvPr/>
            </p:nvSpPr>
            <p:spPr bwMode="auto">
              <a:xfrm>
                <a:off x="3017" y="981"/>
                <a:ext cx="40" cy="152"/>
              </a:xfrm>
              <a:custGeom>
                <a:avLst/>
                <a:gdLst/>
                <a:ahLst/>
                <a:cxnLst>
                  <a:cxn ang="0">
                    <a:pos x="1" y="368"/>
                  </a:cxn>
                  <a:cxn ang="0">
                    <a:pos x="2" y="344"/>
                  </a:cxn>
                  <a:cxn ang="0">
                    <a:pos x="8" y="296"/>
                  </a:cxn>
                  <a:cxn ang="0">
                    <a:pos x="17" y="263"/>
                  </a:cxn>
                  <a:cxn ang="0">
                    <a:pos x="26" y="234"/>
                  </a:cxn>
                  <a:cxn ang="0">
                    <a:pos x="41" y="204"/>
                  </a:cxn>
                  <a:cxn ang="0">
                    <a:pos x="61" y="170"/>
                  </a:cxn>
                  <a:cxn ang="0">
                    <a:pos x="80" y="143"/>
                  </a:cxn>
                  <a:cxn ang="0">
                    <a:pos x="104" y="114"/>
                  </a:cxn>
                  <a:cxn ang="0">
                    <a:pos x="130" y="90"/>
                  </a:cxn>
                  <a:cxn ang="0">
                    <a:pos x="154" y="72"/>
                  </a:cxn>
                  <a:cxn ang="0">
                    <a:pos x="176" y="56"/>
                  </a:cxn>
                  <a:cxn ang="0">
                    <a:pos x="206" y="38"/>
                  </a:cxn>
                  <a:cxn ang="0">
                    <a:pos x="239" y="24"/>
                  </a:cxn>
                  <a:cxn ang="0">
                    <a:pos x="275" y="12"/>
                  </a:cxn>
                  <a:cxn ang="0">
                    <a:pos x="310" y="5"/>
                  </a:cxn>
                  <a:cxn ang="0">
                    <a:pos x="355" y="0"/>
                  </a:cxn>
                  <a:cxn ang="0">
                    <a:pos x="388" y="0"/>
                  </a:cxn>
                  <a:cxn ang="0">
                    <a:pos x="436" y="6"/>
                  </a:cxn>
                  <a:cxn ang="0">
                    <a:pos x="482" y="17"/>
                  </a:cxn>
                  <a:cxn ang="0">
                    <a:pos x="517" y="30"/>
                  </a:cxn>
                  <a:cxn ang="0">
                    <a:pos x="545" y="42"/>
                  </a:cxn>
                  <a:cxn ang="0">
                    <a:pos x="572" y="59"/>
                  </a:cxn>
                  <a:cxn ang="0">
                    <a:pos x="592" y="72"/>
                  </a:cxn>
                  <a:cxn ang="0">
                    <a:pos x="605" y="84"/>
                  </a:cxn>
                  <a:cxn ang="0">
                    <a:pos x="623" y="101"/>
                  </a:cxn>
                  <a:cxn ang="0">
                    <a:pos x="640" y="116"/>
                  </a:cxn>
                  <a:cxn ang="0">
                    <a:pos x="655" y="132"/>
                  </a:cxn>
                  <a:cxn ang="0">
                    <a:pos x="673" y="158"/>
                  </a:cxn>
                  <a:cxn ang="0">
                    <a:pos x="689" y="183"/>
                  </a:cxn>
                  <a:cxn ang="0">
                    <a:pos x="701" y="204"/>
                  </a:cxn>
                  <a:cxn ang="0">
                    <a:pos x="713" y="231"/>
                  </a:cxn>
                  <a:cxn ang="0">
                    <a:pos x="725" y="261"/>
                  </a:cxn>
                  <a:cxn ang="0">
                    <a:pos x="731" y="285"/>
                  </a:cxn>
                  <a:cxn ang="0">
                    <a:pos x="736" y="320"/>
                  </a:cxn>
                  <a:cxn ang="0">
                    <a:pos x="739" y="351"/>
                  </a:cxn>
                  <a:cxn ang="0">
                    <a:pos x="742" y="2841"/>
                  </a:cxn>
                </a:cxnLst>
                <a:rect l="0" t="0" r="r" b="b"/>
                <a:pathLst>
                  <a:path w="742" h="2841">
                    <a:moveTo>
                      <a:pt x="0" y="2841"/>
                    </a:moveTo>
                    <a:lnTo>
                      <a:pt x="1" y="368"/>
                    </a:lnTo>
                    <a:lnTo>
                      <a:pt x="2" y="367"/>
                    </a:lnTo>
                    <a:lnTo>
                      <a:pt x="2" y="344"/>
                    </a:lnTo>
                    <a:lnTo>
                      <a:pt x="5" y="318"/>
                    </a:lnTo>
                    <a:lnTo>
                      <a:pt x="8" y="296"/>
                    </a:lnTo>
                    <a:lnTo>
                      <a:pt x="13" y="279"/>
                    </a:lnTo>
                    <a:lnTo>
                      <a:pt x="17" y="263"/>
                    </a:lnTo>
                    <a:lnTo>
                      <a:pt x="22" y="248"/>
                    </a:lnTo>
                    <a:lnTo>
                      <a:pt x="26" y="234"/>
                    </a:lnTo>
                    <a:lnTo>
                      <a:pt x="32" y="222"/>
                    </a:lnTo>
                    <a:lnTo>
                      <a:pt x="41" y="204"/>
                    </a:lnTo>
                    <a:lnTo>
                      <a:pt x="50" y="188"/>
                    </a:lnTo>
                    <a:lnTo>
                      <a:pt x="61" y="170"/>
                    </a:lnTo>
                    <a:lnTo>
                      <a:pt x="70" y="158"/>
                    </a:lnTo>
                    <a:lnTo>
                      <a:pt x="80" y="143"/>
                    </a:lnTo>
                    <a:lnTo>
                      <a:pt x="92" y="129"/>
                    </a:lnTo>
                    <a:lnTo>
                      <a:pt x="104" y="114"/>
                    </a:lnTo>
                    <a:lnTo>
                      <a:pt x="119" y="101"/>
                    </a:lnTo>
                    <a:lnTo>
                      <a:pt x="130" y="90"/>
                    </a:lnTo>
                    <a:lnTo>
                      <a:pt x="140" y="81"/>
                    </a:lnTo>
                    <a:lnTo>
                      <a:pt x="154" y="72"/>
                    </a:lnTo>
                    <a:lnTo>
                      <a:pt x="164" y="65"/>
                    </a:lnTo>
                    <a:lnTo>
                      <a:pt x="176" y="56"/>
                    </a:lnTo>
                    <a:lnTo>
                      <a:pt x="193" y="47"/>
                    </a:lnTo>
                    <a:lnTo>
                      <a:pt x="206" y="38"/>
                    </a:lnTo>
                    <a:lnTo>
                      <a:pt x="223" y="32"/>
                    </a:lnTo>
                    <a:lnTo>
                      <a:pt x="239" y="24"/>
                    </a:lnTo>
                    <a:lnTo>
                      <a:pt x="257" y="18"/>
                    </a:lnTo>
                    <a:lnTo>
                      <a:pt x="275" y="12"/>
                    </a:lnTo>
                    <a:lnTo>
                      <a:pt x="290" y="8"/>
                    </a:lnTo>
                    <a:lnTo>
                      <a:pt x="310" y="5"/>
                    </a:lnTo>
                    <a:lnTo>
                      <a:pt x="332" y="2"/>
                    </a:lnTo>
                    <a:lnTo>
                      <a:pt x="355" y="0"/>
                    </a:lnTo>
                    <a:lnTo>
                      <a:pt x="373" y="0"/>
                    </a:lnTo>
                    <a:lnTo>
                      <a:pt x="388" y="0"/>
                    </a:lnTo>
                    <a:lnTo>
                      <a:pt x="410" y="2"/>
                    </a:lnTo>
                    <a:lnTo>
                      <a:pt x="436" y="6"/>
                    </a:lnTo>
                    <a:lnTo>
                      <a:pt x="461" y="11"/>
                    </a:lnTo>
                    <a:lnTo>
                      <a:pt x="482" y="17"/>
                    </a:lnTo>
                    <a:lnTo>
                      <a:pt x="503" y="24"/>
                    </a:lnTo>
                    <a:lnTo>
                      <a:pt x="517" y="30"/>
                    </a:lnTo>
                    <a:lnTo>
                      <a:pt x="530" y="36"/>
                    </a:lnTo>
                    <a:lnTo>
                      <a:pt x="545" y="42"/>
                    </a:lnTo>
                    <a:lnTo>
                      <a:pt x="559" y="51"/>
                    </a:lnTo>
                    <a:lnTo>
                      <a:pt x="572" y="59"/>
                    </a:lnTo>
                    <a:lnTo>
                      <a:pt x="583" y="66"/>
                    </a:lnTo>
                    <a:lnTo>
                      <a:pt x="592" y="72"/>
                    </a:lnTo>
                    <a:lnTo>
                      <a:pt x="598" y="77"/>
                    </a:lnTo>
                    <a:lnTo>
                      <a:pt x="605" y="84"/>
                    </a:lnTo>
                    <a:lnTo>
                      <a:pt x="614" y="92"/>
                    </a:lnTo>
                    <a:lnTo>
                      <a:pt x="623" y="101"/>
                    </a:lnTo>
                    <a:lnTo>
                      <a:pt x="631" y="107"/>
                    </a:lnTo>
                    <a:lnTo>
                      <a:pt x="640" y="116"/>
                    </a:lnTo>
                    <a:lnTo>
                      <a:pt x="647" y="123"/>
                    </a:lnTo>
                    <a:lnTo>
                      <a:pt x="655" y="132"/>
                    </a:lnTo>
                    <a:lnTo>
                      <a:pt x="661" y="143"/>
                    </a:lnTo>
                    <a:lnTo>
                      <a:pt x="673" y="158"/>
                    </a:lnTo>
                    <a:lnTo>
                      <a:pt x="683" y="173"/>
                    </a:lnTo>
                    <a:lnTo>
                      <a:pt x="689" y="183"/>
                    </a:lnTo>
                    <a:lnTo>
                      <a:pt x="695" y="194"/>
                    </a:lnTo>
                    <a:lnTo>
                      <a:pt x="701" y="204"/>
                    </a:lnTo>
                    <a:lnTo>
                      <a:pt x="707" y="218"/>
                    </a:lnTo>
                    <a:lnTo>
                      <a:pt x="713" y="231"/>
                    </a:lnTo>
                    <a:lnTo>
                      <a:pt x="719" y="246"/>
                    </a:lnTo>
                    <a:lnTo>
                      <a:pt x="725" y="261"/>
                    </a:lnTo>
                    <a:lnTo>
                      <a:pt x="730" y="275"/>
                    </a:lnTo>
                    <a:lnTo>
                      <a:pt x="731" y="285"/>
                    </a:lnTo>
                    <a:lnTo>
                      <a:pt x="734" y="303"/>
                    </a:lnTo>
                    <a:lnTo>
                      <a:pt x="736" y="320"/>
                    </a:lnTo>
                    <a:lnTo>
                      <a:pt x="739" y="341"/>
                    </a:lnTo>
                    <a:lnTo>
                      <a:pt x="739" y="351"/>
                    </a:lnTo>
                    <a:lnTo>
                      <a:pt x="740" y="369"/>
                    </a:lnTo>
                    <a:lnTo>
                      <a:pt x="742" y="2841"/>
                    </a:lnTo>
                  </a:path>
                </a:pathLst>
              </a:custGeom>
              <a:noFill/>
              <a:ln w="12700" cap="flat" cmpd="sng">
                <a:solidFill>
                  <a:schemeClr val="tx2"/>
                </a:solidFill>
                <a:prstDash val="solid"/>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grpSp>
        <p:nvGrpSpPr>
          <p:cNvPr id="52" name="Group 51">
            <a:extLst>
              <a:ext uri="{FF2B5EF4-FFF2-40B4-BE49-F238E27FC236}">
                <a16:creationId xmlns:a16="http://schemas.microsoft.com/office/drawing/2014/main" id="{CABA4B25-58BF-3353-9389-DF6B628E8557}"/>
              </a:ext>
            </a:extLst>
          </p:cNvPr>
          <p:cNvGrpSpPr/>
          <p:nvPr/>
        </p:nvGrpSpPr>
        <p:grpSpPr>
          <a:xfrm>
            <a:off x="5205599" y="2171315"/>
            <a:ext cx="371196" cy="264926"/>
            <a:chOff x="1754188" y="1195388"/>
            <a:chExt cx="387350" cy="387350"/>
          </a:xfrm>
        </p:grpSpPr>
        <p:sp>
          <p:nvSpPr>
            <p:cNvPr id="53" name="Oval 162">
              <a:extLst>
                <a:ext uri="{FF2B5EF4-FFF2-40B4-BE49-F238E27FC236}">
                  <a16:creationId xmlns:a16="http://schemas.microsoft.com/office/drawing/2014/main" id="{5A66248A-EBC0-0F45-B5E6-75792646B292}"/>
                </a:ext>
              </a:extLst>
            </p:cNvPr>
            <p:cNvSpPr>
              <a:spLocks noChangeArrowheads="1"/>
            </p:cNvSpPr>
            <p:nvPr/>
          </p:nvSpPr>
          <p:spPr bwMode="auto">
            <a:xfrm>
              <a:off x="1754188" y="1195388"/>
              <a:ext cx="387350" cy="387350"/>
            </a:xfrm>
            <a:prstGeom prst="ellipse">
              <a:avLst/>
            </a:prstGeom>
            <a:solidFill>
              <a:srgbClr val="80E0FF"/>
            </a:solidFill>
            <a:ln w="2857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grpSp>
          <p:nvGrpSpPr>
            <p:cNvPr id="54" name="Group 280">
              <a:extLst>
                <a:ext uri="{FF2B5EF4-FFF2-40B4-BE49-F238E27FC236}">
                  <a16:creationId xmlns:a16="http://schemas.microsoft.com/office/drawing/2014/main" id="{824BC7A7-6523-3880-8BD3-F1669A2A4687}"/>
                </a:ext>
              </a:extLst>
            </p:cNvPr>
            <p:cNvGrpSpPr>
              <a:grpSpLocks/>
            </p:cNvGrpSpPr>
            <p:nvPr/>
          </p:nvGrpSpPr>
          <p:grpSpPr bwMode="auto">
            <a:xfrm>
              <a:off x="1877514" y="1243807"/>
              <a:ext cx="150812" cy="290512"/>
              <a:chOff x="2989" y="981"/>
              <a:chExt cx="95" cy="183"/>
            </a:xfrm>
          </p:grpSpPr>
          <p:sp>
            <p:nvSpPr>
              <p:cNvPr id="55" name="Line 281">
                <a:extLst>
                  <a:ext uri="{FF2B5EF4-FFF2-40B4-BE49-F238E27FC236}">
                    <a16:creationId xmlns:a16="http://schemas.microsoft.com/office/drawing/2014/main" id="{7E64D9E7-8FFF-75B9-F9B3-57638804C179}"/>
                  </a:ext>
                </a:extLst>
              </p:cNvPr>
              <p:cNvSpPr>
                <a:spLocks noChangeAspect="1" noChangeShapeType="1"/>
              </p:cNvSpPr>
              <p:nvPr/>
            </p:nvSpPr>
            <p:spPr bwMode="auto">
              <a:xfrm>
                <a:off x="3037" y="1010"/>
                <a:ext cx="0" cy="123"/>
              </a:xfrm>
              <a:prstGeom prst="line">
                <a:avLst/>
              </a:prstGeom>
              <a:noFill/>
              <a:ln w="12700">
                <a:solidFill>
                  <a:srgbClr val="000000"/>
                </a:solidFill>
                <a:round/>
                <a:headEnd type="none" w="sm" len="sm"/>
                <a:tailEnd type="none" w="sm" len="sm"/>
              </a:ln>
              <a:effectLst/>
            </p:spPr>
            <p:txBody>
              <a:bodyPr wrap="none" lIns="0" tIns="0" rIns="0" bIns="0" anchor="ctr" anchorCtr="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56" name="Freeform 282">
                <a:extLst>
                  <a:ext uri="{FF2B5EF4-FFF2-40B4-BE49-F238E27FC236}">
                    <a16:creationId xmlns:a16="http://schemas.microsoft.com/office/drawing/2014/main" id="{1371215B-03E7-D034-0556-45E6B5C783DE}"/>
                  </a:ext>
                </a:extLst>
              </p:cNvPr>
              <p:cNvSpPr>
                <a:spLocks noChangeAspect="1"/>
              </p:cNvSpPr>
              <p:nvPr/>
            </p:nvSpPr>
            <p:spPr bwMode="auto">
              <a:xfrm>
                <a:off x="2989" y="1130"/>
                <a:ext cx="95" cy="34"/>
              </a:xfrm>
              <a:custGeom>
                <a:avLst/>
                <a:gdLst/>
                <a:ahLst/>
                <a:cxnLst>
                  <a:cxn ang="0">
                    <a:pos x="0" y="922"/>
                  </a:cxn>
                  <a:cxn ang="0">
                    <a:pos x="1850" y="922"/>
                  </a:cxn>
                  <a:cxn ang="0">
                    <a:pos x="1848" y="850"/>
                  </a:cxn>
                  <a:cxn ang="0">
                    <a:pos x="1839" y="778"/>
                  </a:cxn>
                  <a:cxn ang="0">
                    <a:pos x="1826" y="700"/>
                  </a:cxn>
                  <a:cxn ang="0">
                    <a:pos x="1793" y="597"/>
                  </a:cxn>
                  <a:cxn ang="0">
                    <a:pos x="1749" y="501"/>
                  </a:cxn>
                  <a:cxn ang="0">
                    <a:pos x="1692" y="406"/>
                  </a:cxn>
                  <a:cxn ang="0">
                    <a:pos x="1632" y="324"/>
                  </a:cxn>
                  <a:cxn ang="0">
                    <a:pos x="1556" y="244"/>
                  </a:cxn>
                  <a:cxn ang="0">
                    <a:pos x="1458" y="168"/>
                  </a:cxn>
                  <a:cxn ang="0">
                    <a:pos x="1355" y="105"/>
                  </a:cxn>
                  <a:cxn ang="0">
                    <a:pos x="1253" y="58"/>
                  </a:cxn>
                  <a:cxn ang="0">
                    <a:pos x="1170" y="31"/>
                  </a:cxn>
                  <a:cxn ang="0">
                    <a:pos x="1077" y="12"/>
                  </a:cxn>
                  <a:cxn ang="0">
                    <a:pos x="1002" y="4"/>
                  </a:cxn>
                  <a:cxn ang="0">
                    <a:pos x="926" y="0"/>
                  </a:cxn>
                  <a:cxn ang="0">
                    <a:pos x="849" y="1"/>
                  </a:cxn>
                  <a:cxn ang="0">
                    <a:pos x="777" y="10"/>
                  </a:cxn>
                  <a:cxn ang="0">
                    <a:pos x="687" y="30"/>
                  </a:cxn>
                  <a:cxn ang="0">
                    <a:pos x="600" y="60"/>
                  </a:cxn>
                  <a:cxn ang="0">
                    <a:pos x="498" y="106"/>
                  </a:cxn>
                  <a:cxn ang="0">
                    <a:pos x="398" y="168"/>
                  </a:cxn>
                  <a:cxn ang="0">
                    <a:pos x="300" y="243"/>
                  </a:cxn>
                  <a:cxn ang="0">
                    <a:pos x="222" y="322"/>
                  </a:cxn>
                  <a:cxn ang="0">
                    <a:pos x="158" y="405"/>
                  </a:cxn>
                  <a:cxn ang="0">
                    <a:pos x="105" y="499"/>
                  </a:cxn>
                  <a:cxn ang="0">
                    <a:pos x="62" y="594"/>
                  </a:cxn>
                  <a:cxn ang="0">
                    <a:pos x="30" y="699"/>
                  </a:cxn>
                  <a:cxn ang="0">
                    <a:pos x="14" y="775"/>
                  </a:cxn>
                  <a:cxn ang="0">
                    <a:pos x="5" y="853"/>
                  </a:cxn>
                  <a:cxn ang="0">
                    <a:pos x="0" y="922"/>
                  </a:cxn>
                </a:cxnLst>
                <a:rect l="0" t="0" r="r" b="b"/>
                <a:pathLst>
                  <a:path w="1850" h="922">
                    <a:moveTo>
                      <a:pt x="0" y="922"/>
                    </a:moveTo>
                    <a:lnTo>
                      <a:pt x="1850" y="922"/>
                    </a:lnTo>
                    <a:lnTo>
                      <a:pt x="1848" y="850"/>
                    </a:lnTo>
                    <a:lnTo>
                      <a:pt x="1839" y="778"/>
                    </a:lnTo>
                    <a:lnTo>
                      <a:pt x="1826" y="700"/>
                    </a:lnTo>
                    <a:lnTo>
                      <a:pt x="1793" y="597"/>
                    </a:lnTo>
                    <a:lnTo>
                      <a:pt x="1749" y="501"/>
                    </a:lnTo>
                    <a:lnTo>
                      <a:pt x="1692" y="406"/>
                    </a:lnTo>
                    <a:lnTo>
                      <a:pt x="1632" y="324"/>
                    </a:lnTo>
                    <a:lnTo>
                      <a:pt x="1556" y="244"/>
                    </a:lnTo>
                    <a:lnTo>
                      <a:pt x="1458" y="168"/>
                    </a:lnTo>
                    <a:lnTo>
                      <a:pt x="1355" y="105"/>
                    </a:lnTo>
                    <a:lnTo>
                      <a:pt x="1253" y="58"/>
                    </a:lnTo>
                    <a:lnTo>
                      <a:pt x="1170" y="31"/>
                    </a:lnTo>
                    <a:lnTo>
                      <a:pt x="1077" y="12"/>
                    </a:lnTo>
                    <a:lnTo>
                      <a:pt x="1002" y="4"/>
                    </a:lnTo>
                    <a:lnTo>
                      <a:pt x="926" y="0"/>
                    </a:lnTo>
                    <a:lnTo>
                      <a:pt x="849" y="1"/>
                    </a:lnTo>
                    <a:lnTo>
                      <a:pt x="777" y="10"/>
                    </a:lnTo>
                    <a:lnTo>
                      <a:pt x="687" y="30"/>
                    </a:lnTo>
                    <a:lnTo>
                      <a:pt x="600" y="60"/>
                    </a:lnTo>
                    <a:lnTo>
                      <a:pt x="498" y="106"/>
                    </a:lnTo>
                    <a:lnTo>
                      <a:pt x="398" y="168"/>
                    </a:lnTo>
                    <a:lnTo>
                      <a:pt x="300" y="243"/>
                    </a:lnTo>
                    <a:lnTo>
                      <a:pt x="222" y="322"/>
                    </a:lnTo>
                    <a:lnTo>
                      <a:pt x="158" y="405"/>
                    </a:lnTo>
                    <a:lnTo>
                      <a:pt x="105" y="499"/>
                    </a:lnTo>
                    <a:lnTo>
                      <a:pt x="62" y="594"/>
                    </a:lnTo>
                    <a:lnTo>
                      <a:pt x="30" y="699"/>
                    </a:lnTo>
                    <a:lnTo>
                      <a:pt x="14" y="775"/>
                    </a:lnTo>
                    <a:lnTo>
                      <a:pt x="5" y="853"/>
                    </a:lnTo>
                    <a:lnTo>
                      <a:pt x="0" y="922"/>
                    </a:lnTo>
                    <a:close/>
                  </a:path>
                </a:pathLst>
              </a:custGeom>
              <a:noFill/>
              <a:ln w="12700" cap="flat" cmpd="sng">
                <a:solidFill>
                  <a:schemeClr val="tx1"/>
                </a:solidFill>
                <a:prstDash val="solid"/>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57" name="Freeform 283">
                <a:extLst>
                  <a:ext uri="{FF2B5EF4-FFF2-40B4-BE49-F238E27FC236}">
                    <a16:creationId xmlns:a16="http://schemas.microsoft.com/office/drawing/2014/main" id="{482AB613-045F-CB1D-DA48-624F2092EA67}"/>
                  </a:ext>
                </a:extLst>
              </p:cNvPr>
              <p:cNvSpPr>
                <a:spLocks noChangeAspect="1"/>
              </p:cNvSpPr>
              <p:nvPr/>
            </p:nvSpPr>
            <p:spPr bwMode="auto">
              <a:xfrm>
                <a:off x="3017" y="981"/>
                <a:ext cx="40" cy="152"/>
              </a:xfrm>
              <a:custGeom>
                <a:avLst/>
                <a:gdLst/>
                <a:ahLst/>
                <a:cxnLst>
                  <a:cxn ang="0">
                    <a:pos x="1" y="368"/>
                  </a:cxn>
                  <a:cxn ang="0">
                    <a:pos x="2" y="344"/>
                  </a:cxn>
                  <a:cxn ang="0">
                    <a:pos x="8" y="296"/>
                  </a:cxn>
                  <a:cxn ang="0">
                    <a:pos x="17" y="263"/>
                  </a:cxn>
                  <a:cxn ang="0">
                    <a:pos x="26" y="234"/>
                  </a:cxn>
                  <a:cxn ang="0">
                    <a:pos x="41" y="204"/>
                  </a:cxn>
                  <a:cxn ang="0">
                    <a:pos x="61" y="170"/>
                  </a:cxn>
                  <a:cxn ang="0">
                    <a:pos x="80" y="143"/>
                  </a:cxn>
                  <a:cxn ang="0">
                    <a:pos x="104" y="114"/>
                  </a:cxn>
                  <a:cxn ang="0">
                    <a:pos x="130" y="90"/>
                  </a:cxn>
                  <a:cxn ang="0">
                    <a:pos x="154" y="72"/>
                  </a:cxn>
                  <a:cxn ang="0">
                    <a:pos x="176" y="56"/>
                  </a:cxn>
                  <a:cxn ang="0">
                    <a:pos x="206" y="38"/>
                  </a:cxn>
                  <a:cxn ang="0">
                    <a:pos x="239" y="24"/>
                  </a:cxn>
                  <a:cxn ang="0">
                    <a:pos x="275" y="12"/>
                  </a:cxn>
                  <a:cxn ang="0">
                    <a:pos x="310" y="5"/>
                  </a:cxn>
                  <a:cxn ang="0">
                    <a:pos x="355" y="0"/>
                  </a:cxn>
                  <a:cxn ang="0">
                    <a:pos x="388" y="0"/>
                  </a:cxn>
                  <a:cxn ang="0">
                    <a:pos x="436" y="6"/>
                  </a:cxn>
                  <a:cxn ang="0">
                    <a:pos x="482" y="17"/>
                  </a:cxn>
                  <a:cxn ang="0">
                    <a:pos x="517" y="30"/>
                  </a:cxn>
                  <a:cxn ang="0">
                    <a:pos x="545" y="42"/>
                  </a:cxn>
                  <a:cxn ang="0">
                    <a:pos x="572" y="59"/>
                  </a:cxn>
                  <a:cxn ang="0">
                    <a:pos x="592" y="72"/>
                  </a:cxn>
                  <a:cxn ang="0">
                    <a:pos x="605" y="84"/>
                  </a:cxn>
                  <a:cxn ang="0">
                    <a:pos x="623" y="101"/>
                  </a:cxn>
                  <a:cxn ang="0">
                    <a:pos x="640" y="116"/>
                  </a:cxn>
                  <a:cxn ang="0">
                    <a:pos x="655" y="132"/>
                  </a:cxn>
                  <a:cxn ang="0">
                    <a:pos x="673" y="158"/>
                  </a:cxn>
                  <a:cxn ang="0">
                    <a:pos x="689" y="183"/>
                  </a:cxn>
                  <a:cxn ang="0">
                    <a:pos x="701" y="204"/>
                  </a:cxn>
                  <a:cxn ang="0">
                    <a:pos x="713" y="231"/>
                  </a:cxn>
                  <a:cxn ang="0">
                    <a:pos x="725" y="261"/>
                  </a:cxn>
                  <a:cxn ang="0">
                    <a:pos x="731" y="285"/>
                  </a:cxn>
                  <a:cxn ang="0">
                    <a:pos x="736" y="320"/>
                  </a:cxn>
                  <a:cxn ang="0">
                    <a:pos x="739" y="351"/>
                  </a:cxn>
                  <a:cxn ang="0">
                    <a:pos x="742" y="2841"/>
                  </a:cxn>
                </a:cxnLst>
                <a:rect l="0" t="0" r="r" b="b"/>
                <a:pathLst>
                  <a:path w="742" h="2841">
                    <a:moveTo>
                      <a:pt x="0" y="2841"/>
                    </a:moveTo>
                    <a:lnTo>
                      <a:pt x="1" y="368"/>
                    </a:lnTo>
                    <a:lnTo>
                      <a:pt x="2" y="367"/>
                    </a:lnTo>
                    <a:lnTo>
                      <a:pt x="2" y="344"/>
                    </a:lnTo>
                    <a:lnTo>
                      <a:pt x="5" y="318"/>
                    </a:lnTo>
                    <a:lnTo>
                      <a:pt x="8" y="296"/>
                    </a:lnTo>
                    <a:lnTo>
                      <a:pt x="13" y="279"/>
                    </a:lnTo>
                    <a:lnTo>
                      <a:pt x="17" y="263"/>
                    </a:lnTo>
                    <a:lnTo>
                      <a:pt x="22" y="248"/>
                    </a:lnTo>
                    <a:lnTo>
                      <a:pt x="26" y="234"/>
                    </a:lnTo>
                    <a:lnTo>
                      <a:pt x="32" y="222"/>
                    </a:lnTo>
                    <a:lnTo>
                      <a:pt x="41" y="204"/>
                    </a:lnTo>
                    <a:lnTo>
                      <a:pt x="50" y="188"/>
                    </a:lnTo>
                    <a:lnTo>
                      <a:pt x="61" y="170"/>
                    </a:lnTo>
                    <a:lnTo>
                      <a:pt x="70" y="158"/>
                    </a:lnTo>
                    <a:lnTo>
                      <a:pt x="80" y="143"/>
                    </a:lnTo>
                    <a:lnTo>
                      <a:pt x="92" y="129"/>
                    </a:lnTo>
                    <a:lnTo>
                      <a:pt x="104" y="114"/>
                    </a:lnTo>
                    <a:lnTo>
                      <a:pt x="119" y="101"/>
                    </a:lnTo>
                    <a:lnTo>
                      <a:pt x="130" y="90"/>
                    </a:lnTo>
                    <a:lnTo>
                      <a:pt x="140" y="81"/>
                    </a:lnTo>
                    <a:lnTo>
                      <a:pt x="154" y="72"/>
                    </a:lnTo>
                    <a:lnTo>
                      <a:pt x="164" y="65"/>
                    </a:lnTo>
                    <a:lnTo>
                      <a:pt x="176" y="56"/>
                    </a:lnTo>
                    <a:lnTo>
                      <a:pt x="193" y="47"/>
                    </a:lnTo>
                    <a:lnTo>
                      <a:pt x="206" y="38"/>
                    </a:lnTo>
                    <a:lnTo>
                      <a:pt x="223" y="32"/>
                    </a:lnTo>
                    <a:lnTo>
                      <a:pt x="239" y="24"/>
                    </a:lnTo>
                    <a:lnTo>
                      <a:pt x="257" y="18"/>
                    </a:lnTo>
                    <a:lnTo>
                      <a:pt x="275" y="12"/>
                    </a:lnTo>
                    <a:lnTo>
                      <a:pt x="290" y="8"/>
                    </a:lnTo>
                    <a:lnTo>
                      <a:pt x="310" y="5"/>
                    </a:lnTo>
                    <a:lnTo>
                      <a:pt x="332" y="2"/>
                    </a:lnTo>
                    <a:lnTo>
                      <a:pt x="355" y="0"/>
                    </a:lnTo>
                    <a:lnTo>
                      <a:pt x="373" y="0"/>
                    </a:lnTo>
                    <a:lnTo>
                      <a:pt x="388" y="0"/>
                    </a:lnTo>
                    <a:lnTo>
                      <a:pt x="410" y="2"/>
                    </a:lnTo>
                    <a:lnTo>
                      <a:pt x="436" y="6"/>
                    </a:lnTo>
                    <a:lnTo>
                      <a:pt x="461" y="11"/>
                    </a:lnTo>
                    <a:lnTo>
                      <a:pt x="482" y="17"/>
                    </a:lnTo>
                    <a:lnTo>
                      <a:pt x="503" y="24"/>
                    </a:lnTo>
                    <a:lnTo>
                      <a:pt x="517" y="30"/>
                    </a:lnTo>
                    <a:lnTo>
                      <a:pt x="530" y="36"/>
                    </a:lnTo>
                    <a:lnTo>
                      <a:pt x="545" y="42"/>
                    </a:lnTo>
                    <a:lnTo>
                      <a:pt x="559" y="51"/>
                    </a:lnTo>
                    <a:lnTo>
                      <a:pt x="572" y="59"/>
                    </a:lnTo>
                    <a:lnTo>
                      <a:pt x="583" y="66"/>
                    </a:lnTo>
                    <a:lnTo>
                      <a:pt x="592" y="72"/>
                    </a:lnTo>
                    <a:lnTo>
                      <a:pt x="598" y="77"/>
                    </a:lnTo>
                    <a:lnTo>
                      <a:pt x="605" y="84"/>
                    </a:lnTo>
                    <a:lnTo>
                      <a:pt x="614" y="92"/>
                    </a:lnTo>
                    <a:lnTo>
                      <a:pt x="623" y="101"/>
                    </a:lnTo>
                    <a:lnTo>
                      <a:pt x="631" y="107"/>
                    </a:lnTo>
                    <a:lnTo>
                      <a:pt x="640" y="116"/>
                    </a:lnTo>
                    <a:lnTo>
                      <a:pt x="647" y="123"/>
                    </a:lnTo>
                    <a:lnTo>
                      <a:pt x="655" y="132"/>
                    </a:lnTo>
                    <a:lnTo>
                      <a:pt x="661" y="143"/>
                    </a:lnTo>
                    <a:lnTo>
                      <a:pt x="673" y="158"/>
                    </a:lnTo>
                    <a:lnTo>
                      <a:pt x="683" y="173"/>
                    </a:lnTo>
                    <a:lnTo>
                      <a:pt x="689" y="183"/>
                    </a:lnTo>
                    <a:lnTo>
                      <a:pt x="695" y="194"/>
                    </a:lnTo>
                    <a:lnTo>
                      <a:pt x="701" y="204"/>
                    </a:lnTo>
                    <a:lnTo>
                      <a:pt x="707" y="218"/>
                    </a:lnTo>
                    <a:lnTo>
                      <a:pt x="713" y="231"/>
                    </a:lnTo>
                    <a:lnTo>
                      <a:pt x="719" y="246"/>
                    </a:lnTo>
                    <a:lnTo>
                      <a:pt x="725" y="261"/>
                    </a:lnTo>
                    <a:lnTo>
                      <a:pt x="730" y="275"/>
                    </a:lnTo>
                    <a:lnTo>
                      <a:pt x="731" y="285"/>
                    </a:lnTo>
                    <a:lnTo>
                      <a:pt x="734" y="303"/>
                    </a:lnTo>
                    <a:lnTo>
                      <a:pt x="736" y="320"/>
                    </a:lnTo>
                    <a:lnTo>
                      <a:pt x="739" y="341"/>
                    </a:lnTo>
                    <a:lnTo>
                      <a:pt x="739" y="351"/>
                    </a:lnTo>
                    <a:lnTo>
                      <a:pt x="740" y="369"/>
                    </a:lnTo>
                    <a:lnTo>
                      <a:pt x="742" y="2841"/>
                    </a:lnTo>
                  </a:path>
                </a:pathLst>
              </a:custGeom>
              <a:noFill/>
              <a:ln w="12700" cap="flat" cmpd="sng">
                <a:solidFill>
                  <a:schemeClr val="tx2"/>
                </a:solidFill>
                <a:prstDash val="solid"/>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grpSp>
        <p:nvGrpSpPr>
          <p:cNvPr id="58" name="Group 57">
            <a:extLst>
              <a:ext uri="{FF2B5EF4-FFF2-40B4-BE49-F238E27FC236}">
                <a16:creationId xmlns:a16="http://schemas.microsoft.com/office/drawing/2014/main" id="{CD38092E-8198-3A44-3F96-D586D3DBC453}"/>
              </a:ext>
            </a:extLst>
          </p:cNvPr>
          <p:cNvGrpSpPr/>
          <p:nvPr/>
        </p:nvGrpSpPr>
        <p:grpSpPr>
          <a:xfrm>
            <a:off x="7581247" y="2274706"/>
            <a:ext cx="371196" cy="264926"/>
            <a:chOff x="1754188" y="1195388"/>
            <a:chExt cx="387350" cy="387350"/>
          </a:xfrm>
        </p:grpSpPr>
        <p:sp>
          <p:nvSpPr>
            <p:cNvPr id="59" name="Oval 162">
              <a:extLst>
                <a:ext uri="{FF2B5EF4-FFF2-40B4-BE49-F238E27FC236}">
                  <a16:creationId xmlns:a16="http://schemas.microsoft.com/office/drawing/2014/main" id="{544EEB13-2F5D-EF16-BC83-5E45716D022D}"/>
                </a:ext>
              </a:extLst>
            </p:cNvPr>
            <p:cNvSpPr>
              <a:spLocks noChangeArrowheads="1"/>
            </p:cNvSpPr>
            <p:nvPr/>
          </p:nvSpPr>
          <p:spPr bwMode="auto">
            <a:xfrm>
              <a:off x="1754188" y="1195388"/>
              <a:ext cx="387350" cy="387350"/>
            </a:xfrm>
            <a:prstGeom prst="ellipse">
              <a:avLst/>
            </a:prstGeom>
            <a:solidFill>
              <a:srgbClr val="80E0FF"/>
            </a:solidFill>
            <a:ln w="2857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grpSp>
          <p:nvGrpSpPr>
            <p:cNvPr id="60" name="Group 280">
              <a:extLst>
                <a:ext uri="{FF2B5EF4-FFF2-40B4-BE49-F238E27FC236}">
                  <a16:creationId xmlns:a16="http://schemas.microsoft.com/office/drawing/2014/main" id="{20A67666-FBFB-AD6C-D5BF-CF32C1D52A27}"/>
                </a:ext>
              </a:extLst>
            </p:cNvPr>
            <p:cNvGrpSpPr>
              <a:grpSpLocks/>
            </p:cNvGrpSpPr>
            <p:nvPr/>
          </p:nvGrpSpPr>
          <p:grpSpPr bwMode="auto">
            <a:xfrm>
              <a:off x="1877514" y="1243807"/>
              <a:ext cx="150812" cy="290512"/>
              <a:chOff x="2989" y="981"/>
              <a:chExt cx="95" cy="183"/>
            </a:xfrm>
          </p:grpSpPr>
          <p:sp>
            <p:nvSpPr>
              <p:cNvPr id="61" name="Line 281">
                <a:extLst>
                  <a:ext uri="{FF2B5EF4-FFF2-40B4-BE49-F238E27FC236}">
                    <a16:creationId xmlns:a16="http://schemas.microsoft.com/office/drawing/2014/main" id="{E8DEFE97-288A-5EC9-C6F3-FAB3132108F8}"/>
                  </a:ext>
                </a:extLst>
              </p:cNvPr>
              <p:cNvSpPr>
                <a:spLocks noChangeAspect="1" noChangeShapeType="1"/>
              </p:cNvSpPr>
              <p:nvPr/>
            </p:nvSpPr>
            <p:spPr bwMode="auto">
              <a:xfrm>
                <a:off x="3037" y="1010"/>
                <a:ext cx="0" cy="123"/>
              </a:xfrm>
              <a:prstGeom prst="line">
                <a:avLst/>
              </a:prstGeom>
              <a:noFill/>
              <a:ln w="12700">
                <a:solidFill>
                  <a:srgbClr val="000000"/>
                </a:solidFill>
                <a:round/>
                <a:headEnd type="none" w="sm" len="sm"/>
                <a:tailEnd type="none" w="sm" len="sm"/>
              </a:ln>
              <a:effectLst/>
            </p:spPr>
            <p:txBody>
              <a:bodyPr wrap="none" lIns="0" tIns="0" rIns="0" bIns="0" anchor="ctr" anchorCtr="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2" name="Freeform 282">
                <a:extLst>
                  <a:ext uri="{FF2B5EF4-FFF2-40B4-BE49-F238E27FC236}">
                    <a16:creationId xmlns:a16="http://schemas.microsoft.com/office/drawing/2014/main" id="{37091252-C0CE-5C6A-B5AC-D8FA5468A500}"/>
                  </a:ext>
                </a:extLst>
              </p:cNvPr>
              <p:cNvSpPr>
                <a:spLocks noChangeAspect="1"/>
              </p:cNvSpPr>
              <p:nvPr/>
            </p:nvSpPr>
            <p:spPr bwMode="auto">
              <a:xfrm>
                <a:off x="2989" y="1130"/>
                <a:ext cx="95" cy="34"/>
              </a:xfrm>
              <a:custGeom>
                <a:avLst/>
                <a:gdLst/>
                <a:ahLst/>
                <a:cxnLst>
                  <a:cxn ang="0">
                    <a:pos x="0" y="922"/>
                  </a:cxn>
                  <a:cxn ang="0">
                    <a:pos x="1850" y="922"/>
                  </a:cxn>
                  <a:cxn ang="0">
                    <a:pos x="1848" y="850"/>
                  </a:cxn>
                  <a:cxn ang="0">
                    <a:pos x="1839" y="778"/>
                  </a:cxn>
                  <a:cxn ang="0">
                    <a:pos x="1826" y="700"/>
                  </a:cxn>
                  <a:cxn ang="0">
                    <a:pos x="1793" y="597"/>
                  </a:cxn>
                  <a:cxn ang="0">
                    <a:pos x="1749" y="501"/>
                  </a:cxn>
                  <a:cxn ang="0">
                    <a:pos x="1692" y="406"/>
                  </a:cxn>
                  <a:cxn ang="0">
                    <a:pos x="1632" y="324"/>
                  </a:cxn>
                  <a:cxn ang="0">
                    <a:pos x="1556" y="244"/>
                  </a:cxn>
                  <a:cxn ang="0">
                    <a:pos x="1458" y="168"/>
                  </a:cxn>
                  <a:cxn ang="0">
                    <a:pos x="1355" y="105"/>
                  </a:cxn>
                  <a:cxn ang="0">
                    <a:pos x="1253" y="58"/>
                  </a:cxn>
                  <a:cxn ang="0">
                    <a:pos x="1170" y="31"/>
                  </a:cxn>
                  <a:cxn ang="0">
                    <a:pos x="1077" y="12"/>
                  </a:cxn>
                  <a:cxn ang="0">
                    <a:pos x="1002" y="4"/>
                  </a:cxn>
                  <a:cxn ang="0">
                    <a:pos x="926" y="0"/>
                  </a:cxn>
                  <a:cxn ang="0">
                    <a:pos x="849" y="1"/>
                  </a:cxn>
                  <a:cxn ang="0">
                    <a:pos x="777" y="10"/>
                  </a:cxn>
                  <a:cxn ang="0">
                    <a:pos x="687" y="30"/>
                  </a:cxn>
                  <a:cxn ang="0">
                    <a:pos x="600" y="60"/>
                  </a:cxn>
                  <a:cxn ang="0">
                    <a:pos x="498" y="106"/>
                  </a:cxn>
                  <a:cxn ang="0">
                    <a:pos x="398" y="168"/>
                  </a:cxn>
                  <a:cxn ang="0">
                    <a:pos x="300" y="243"/>
                  </a:cxn>
                  <a:cxn ang="0">
                    <a:pos x="222" y="322"/>
                  </a:cxn>
                  <a:cxn ang="0">
                    <a:pos x="158" y="405"/>
                  </a:cxn>
                  <a:cxn ang="0">
                    <a:pos x="105" y="499"/>
                  </a:cxn>
                  <a:cxn ang="0">
                    <a:pos x="62" y="594"/>
                  </a:cxn>
                  <a:cxn ang="0">
                    <a:pos x="30" y="699"/>
                  </a:cxn>
                  <a:cxn ang="0">
                    <a:pos x="14" y="775"/>
                  </a:cxn>
                  <a:cxn ang="0">
                    <a:pos x="5" y="853"/>
                  </a:cxn>
                  <a:cxn ang="0">
                    <a:pos x="0" y="922"/>
                  </a:cxn>
                </a:cxnLst>
                <a:rect l="0" t="0" r="r" b="b"/>
                <a:pathLst>
                  <a:path w="1850" h="922">
                    <a:moveTo>
                      <a:pt x="0" y="922"/>
                    </a:moveTo>
                    <a:lnTo>
                      <a:pt x="1850" y="922"/>
                    </a:lnTo>
                    <a:lnTo>
                      <a:pt x="1848" y="850"/>
                    </a:lnTo>
                    <a:lnTo>
                      <a:pt x="1839" y="778"/>
                    </a:lnTo>
                    <a:lnTo>
                      <a:pt x="1826" y="700"/>
                    </a:lnTo>
                    <a:lnTo>
                      <a:pt x="1793" y="597"/>
                    </a:lnTo>
                    <a:lnTo>
                      <a:pt x="1749" y="501"/>
                    </a:lnTo>
                    <a:lnTo>
                      <a:pt x="1692" y="406"/>
                    </a:lnTo>
                    <a:lnTo>
                      <a:pt x="1632" y="324"/>
                    </a:lnTo>
                    <a:lnTo>
                      <a:pt x="1556" y="244"/>
                    </a:lnTo>
                    <a:lnTo>
                      <a:pt x="1458" y="168"/>
                    </a:lnTo>
                    <a:lnTo>
                      <a:pt x="1355" y="105"/>
                    </a:lnTo>
                    <a:lnTo>
                      <a:pt x="1253" y="58"/>
                    </a:lnTo>
                    <a:lnTo>
                      <a:pt x="1170" y="31"/>
                    </a:lnTo>
                    <a:lnTo>
                      <a:pt x="1077" y="12"/>
                    </a:lnTo>
                    <a:lnTo>
                      <a:pt x="1002" y="4"/>
                    </a:lnTo>
                    <a:lnTo>
                      <a:pt x="926" y="0"/>
                    </a:lnTo>
                    <a:lnTo>
                      <a:pt x="849" y="1"/>
                    </a:lnTo>
                    <a:lnTo>
                      <a:pt x="777" y="10"/>
                    </a:lnTo>
                    <a:lnTo>
                      <a:pt x="687" y="30"/>
                    </a:lnTo>
                    <a:lnTo>
                      <a:pt x="600" y="60"/>
                    </a:lnTo>
                    <a:lnTo>
                      <a:pt x="498" y="106"/>
                    </a:lnTo>
                    <a:lnTo>
                      <a:pt x="398" y="168"/>
                    </a:lnTo>
                    <a:lnTo>
                      <a:pt x="300" y="243"/>
                    </a:lnTo>
                    <a:lnTo>
                      <a:pt x="222" y="322"/>
                    </a:lnTo>
                    <a:lnTo>
                      <a:pt x="158" y="405"/>
                    </a:lnTo>
                    <a:lnTo>
                      <a:pt x="105" y="499"/>
                    </a:lnTo>
                    <a:lnTo>
                      <a:pt x="62" y="594"/>
                    </a:lnTo>
                    <a:lnTo>
                      <a:pt x="30" y="699"/>
                    </a:lnTo>
                    <a:lnTo>
                      <a:pt x="14" y="775"/>
                    </a:lnTo>
                    <a:lnTo>
                      <a:pt x="5" y="853"/>
                    </a:lnTo>
                    <a:lnTo>
                      <a:pt x="0" y="922"/>
                    </a:lnTo>
                    <a:close/>
                  </a:path>
                </a:pathLst>
              </a:custGeom>
              <a:noFill/>
              <a:ln w="12700" cap="flat" cmpd="sng">
                <a:solidFill>
                  <a:schemeClr val="tx1"/>
                </a:solidFill>
                <a:prstDash val="solid"/>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3" name="Freeform 283">
                <a:extLst>
                  <a:ext uri="{FF2B5EF4-FFF2-40B4-BE49-F238E27FC236}">
                    <a16:creationId xmlns:a16="http://schemas.microsoft.com/office/drawing/2014/main" id="{EF397EAC-D718-610B-F59A-5B47B5898186}"/>
                  </a:ext>
                </a:extLst>
              </p:cNvPr>
              <p:cNvSpPr>
                <a:spLocks noChangeAspect="1"/>
              </p:cNvSpPr>
              <p:nvPr/>
            </p:nvSpPr>
            <p:spPr bwMode="auto">
              <a:xfrm>
                <a:off x="3017" y="981"/>
                <a:ext cx="40" cy="152"/>
              </a:xfrm>
              <a:custGeom>
                <a:avLst/>
                <a:gdLst/>
                <a:ahLst/>
                <a:cxnLst>
                  <a:cxn ang="0">
                    <a:pos x="1" y="368"/>
                  </a:cxn>
                  <a:cxn ang="0">
                    <a:pos x="2" y="344"/>
                  </a:cxn>
                  <a:cxn ang="0">
                    <a:pos x="8" y="296"/>
                  </a:cxn>
                  <a:cxn ang="0">
                    <a:pos x="17" y="263"/>
                  </a:cxn>
                  <a:cxn ang="0">
                    <a:pos x="26" y="234"/>
                  </a:cxn>
                  <a:cxn ang="0">
                    <a:pos x="41" y="204"/>
                  </a:cxn>
                  <a:cxn ang="0">
                    <a:pos x="61" y="170"/>
                  </a:cxn>
                  <a:cxn ang="0">
                    <a:pos x="80" y="143"/>
                  </a:cxn>
                  <a:cxn ang="0">
                    <a:pos x="104" y="114"/>
                  </a:cxn>
                  <a:cxn ang="0">
                    <a:pos x="130" y="90"/>
                  </a:cxn>
                  <a:cxn ang="0">
                    <a:pos x="154" y="72"/>
                  </a:cxn>
                  <a:cxn ang="0">
                    <a:pos x="176" y="56"/>
                  </a:cxn>
                  <a:cxn ang="0">
                    <a:pos x="206" y="38"/>
                  </a:cxn>
                  <a:cxn ang="0">
                    <a:pos x="239" y="24"/>
                  </a:cxn>
                  <a:cxn ang="0">
                    <a:pos x="275" y="12"/>
                  </a:cxn>
                  <a:cxn ang="0">
                    <a:pos x="310" y="5"/>
                  </a:cxn>
                  <a:cxn ang="0">
                    <a:pos x="355" y="0"/>
                  </a:cxn>
                  <a:cxn ang="0">
                    <a:pos x="388" y="0"/>
                  </a:cxn>
                  <a:cxn ang="0">
                    <a:pos x="436" y="6"/>
                  </a:cxn>
                  <a:cxn ang="0">
                    <a:pos x="482" y="17"/>
                  </a:cxn>
                  <a:cxn ang="0">
                    <a:pos x="517" y="30"/>
                  </a:cxn>
                  <a:cxn ang="0">
                    <a:pos x="545" y="42"/>
                  </a:cxn>
                  <a:cxn ang="0">
                    <a:pos x="572" y="59"/>
                  </a:cxn>
                  <a:cxn ang="0">
                    <a:pos x="592" y="72"/>
                  </a:cxn>
                  <a:cxn ang="0">
                    <a:pos x="605" y="84"/>
                  </a:cxn>
                  <a:cxn ang="0">
                    <a:pos x="623" y="101"/>
                  </a:cxn>
                  <a:cxn ang="0">
                    <a:pos x="640" y="116"/>
                  </a:cxn>
                  <a:cxn ang="0">
                    <a:pos x="655" y="132"/>
                  </a:cxn>
                  <a:cxn ang="0">
                    <a:pos x="673" y="158"/>
                  </a:cxn>
                  <a:cxn ang="0">
                    <a:pos x="689" y="183"/>
                  </a:cxn>
                  <a:cxn ang="0">
                    <a:pos x="701" y="204"/>
                  </a:cxn>
                  <a:cxn ang="0">
                    <a:pos x="713" y="231"/>
                  </a:cxn>
                  <a:cxn ang="0">
                    <a:pos x="725" y="261"/>
                  </a:cxn>
                  <a:cxn ang="0">
                    <a:pos x="731" y="285"/>
                  </a:cxn>
                  <a:cxn ang="0">
                    <a:pos x="736" y="320"/>
                  </a:cxn>
                  <a:cxn ang="0">
                    <a:pos x="739" y="351"/>
                  </a:cxn>
                  <a:cxn ang="0">
                    <a:pos x="742" y="2841"/>
                  </a:cxn>
                </a:cxnLst>
                <a:rect l="0" t="0" r="r" b="b"/>
                <a:pathLst>
                  <a:path w="742" h="2841">
                    <a:moveTo>
                      <a:pt x="0" y="2841"/>
                    </a:moveTo>
                    <a:lnTo>
                      <a:pt x="1" y="368"/>
                    </a:lnTo>
                    <a:lnTo>
                      <a:pt x="2" y="367"/>
                    </a:lnTo>
                    <a:lnTo>
                      <a:pt x="2" y="344"/>
                    </a:lnTo>
                    <a:lnTo>
                      <a:pt x="5" y="318"/>
                    </a:lnTo>
                    <a:lnTo>
                      <a:pt x="8" y="296"/>
                    </a:lnTo>
                    <a:lnTo>
                      <a:pt x="13" y="279"/>
                    </a:lnTo>
                    <a:lnTo>
                      <a:pt x="17" y="263"/>
                    </a:lnTo>
                    <a:lnTo>
                      <a:pt x="22" y="248"/>
                    </a:lnTo>
                    <a:lnTo>
                      <a:pt x="26" y="234"/>
                    </a:lnTo>
                    <a:lnTo>
                      <a:pt x="32" y="222"/>
                    </a:lnTo>
                    <a:lnTo>
                      <a:pt x="41" y="204"/>
                    </a:lnTo>
                    <a:lnTo>
                      <a:pt x="50" y="188"/>
                    </a:lnTo>
                    <a:lnTo>
                      <a:pt x="61" y="170"/>
                    </a:lnTo>
                    <a:lnTo>
                      <a:pt x="70" y="158"/>
                    </a:lnTo>
                    <a:lnTo>
                      <a:pt x="80" y="143"/>
                    </a:lnTo>
                    <a:lnTo>
                      <a:pt x="92" y="129"/>
                    </a:lnTo>
                    <a:lnTo>
                      <a:pt x="104" y="114"/>
                    </a:lnTo>
                    <a:lnTo>
                      <a:pt x="119" y="101"/>
                    </a:lnTo>
                    <a:lnTo>
                      <a:pt x="130" y="90"/>
                    </a:lnTo>
                    <a:lnTo>
                      <a:pt x="140" y="81"/>
                    </a:lnTo>
                    <a:lnTo>
                      <a:pt x="154" y="72"/>
                    </a:lnTo>
                    <a:lnTo>
                      <a:pt x="164" y="65"/>
                    </a:lnTo>
                    <a:lnTo>
                      <a:pt x="176" y="56"/>
                    </a:lnTo>
                    <a:lnTo>
                      <a:pt x="193" y="47"/>
                    </a:lnTo>
                    <a:lnTo>
                      <a:pt x="206" y="38"/>
                    </a:lnTo>
                    <a:lnTo>
                      <a:pt x="223" y="32"/>
                    </a:lnTo>
                    <a:lnTo>
                      <a:pt x="239" y="24"/>
                    </a:lnTo>
                    <a:lnTo>
                      <a:pt x="257" y="18"/>
                    </a:lnTo>
                    <a:lnTo>
                      <a:pt x="275" y="12"/>
                    </a:lnTo>
                    <a:lnTo>
                      <a:pt x="290" y="8"/>
                    </a:lnTo>
                    <a:lnTo>
                      <a:pt x="310" y="5"/>
                    </a:lnTo>
                    <a:lnTo>
                      <a:pt x="332" y="2"/>
                    </a:lnTo>
                    <a:lnTo>
                      <a:pt x="355" y="0"/>
                    </a:lnTo>
                    <a:lnTo>
                      <a:pt x="373" y="0"/>
                    </a:lnTo>
                    <a:lnTo>
                      <a:pt x="388" y="0"/>
                    </a:lnTo>
                    <a:lnTo>
                      <a:pt x="410" y="2"/>
                    </a:lnTo>
                    <a:lnTo>
                      <a:pt x="436" y="6"/>
                    </a:lnTo>
                    <a:lnTo>
                      <a:pt x="461" y="11"/>
                    </a:lnTo>
                    <a:lnTo>
                      <a:pt x="482" y="17"/>
                    </a:lnTo>
                    <a:lnTo>
                      <a:pt x="503" y="24"/>
                    </a:lnTo>
                    <a:lnTo>
                      <a:pt x="517" y="30"/>
                    </a:lnTo>
                    <a:lnTo>
                      <a:pt x="530" y="36"/>
                    </a:lnTo>
                    <a:lnTo>
                      <a:pt x="545" y="42"/>
                    </a:lnTo>
                    <a:lnTo>
                      <a:pt x="559" y="51"/>
                    </a:lnTo>
                    <a:lnTo>
                      <a:pt x="572" y="59"/>
                    </a:lnTo>
                    <a:lnTo>
                      <a:pt x="583" y="66"/>
                    </a:lnTo>
                    <a:lnTo>
                      <a:pt x="592" y="72"/>
                    </a:lnTo>
                    <a:lnTo>
                      <a:pt x="598" y="77"/>
                    </a:lnTo>
                    <a:lnTo>
                      <a:pt x="605" y="84"/>
                    </a:lnTo>
                    <a:lnTo>
                      <a:pt x="614" y="92"/>
                    </a:lnTo>
                    <a:lnTo>
                      <a:pt x="623" y="101"/>
                    </a:lnTo>
                    <a:lnTo>
                      <a:pt x="631" y="107"/>
                    </a:lnTo>
                    <a:lnTo>
                      <a:pt x="640" y="116"/>
                    </a:lnTo>
                    <a:lnTo>
                      <a:pt x="647" y="123"/>
                    </a:lnTo>
                    <a:lnTo>
                      <a:pt x="655" y="132"/>
                    </a:lnTo>
                    <a:lnTo>
                      <a:pt x="661" y="143"/>
                    </a:lnTo>
                    <a:lnTo>
                      <a:pt x="673" y="158"/>
                    </a:lnTo>
                    <a:lnTo>
                      <a:pt x="683" y="173"/>
                    </a:lnTo>
                    <a:lnTo>
                      <a:pt x="689" y="183"/>
                    </a:lnTo>
                    <a:lnTo>
                      <a:pt x="695" y="194"/>
                    </a:lnTo>
                    <a:lnTo>
                      <a:pt x="701" y="204"/>
                    </a:lnTo>
                    <a:lnTo>
                      <a:pt x="707" y="218"/>
                    </a:lnTo>
                    <a:lnTo>
                      <a:pt x="713" y="231"/>
                    </a:lnTo>
                    <a:lnTo>
                      <a:pt x="719" y="246"/>
                    </a:lnTo>
                    <a:lnTo>
                      <a:pt x="725" y="261"/>
                    </a:lnTo>
                    <a:lnTo>
                      <a:pt x="730" y="275"/>
                    </a:lnTo>
                    <a:lnTo>
                      <a:pt x="731" y="285"/>
                    </a:lnTo>
                    <a:lnTo>
                      <a:pt x="734" y="303"/>
                    </a:lnTo>
                    <a:lnTo>
                      <a:pt x="736" y="320"/>
                    </a:lnTo>
                    <a:lnTo>
                      <a:pt x="739" y="341"/>
                    </a:lnTo>
                    <a:lnTo>
                      <a:pt x="739" y="351"/>
                    </a:lnTo>
                    <a:lnTo>
                      <a:pt x="740" y="369"/>
                    </a:lnTo>
                    <a:lnTo>
                      <a:pt x="742" y="2841"/>
                    </a:lnTo>
                  </a:path>
                </a:pathLst>
              </a:custGeom>
              <a:noFill/>
              <a:ln w="12700" cap="flat" cmpd="sng">
                <a:solidFill>
                  <a:schemeClr val="tx2"/>
                </a:solidFill>
                <a:prstDash val="solid"/>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sp>
        <p:nvSpPr>
          <p:cNvPr id="64" name="TextBox 63">
            <a:extLst>
              <a:ext uri="{FF2B5EF4-FFF2-40B4-BE49-F238E27FC236}">
                <a16:creationId xmlns:a16="http://schemas.microsoft.com/office/drawing/2014/main" id="{5034FC5F-EE21-24B5-2BAB-A6704C41659E}"/>
              </a:ext>
            </a:extLst>
          </p:cNvPr>
          <p:cNvSpPr txBox="1"/>
          <p:nvPr/>
        </p:nvSpPr>
        <p:spPr>
          <a:xfrm>
            <a:off x="521622" y="5171524"/>
            <a:ext cx="11394141" cy="954107"/>
          </a:xfrm>
          <a:prstGeom prst="rect">
            <a:avLst/>
          </a:prstGeom>
          <a:noFill/>
          <a:ln>
            <a:solidFill>
              <a:schemeClr val="tx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a:ea typeface="+mn-ea"/>
                <a:cs typeface="+mn-cs"/>
              </a:rPr>
              <a:t>At 260700APR25 A 2-43 received a STO pushing the unit to Alert state of TWO. The TCO notified Hot Crew, and Hot Crew took of at a high rate of speed. The driver of the Hot Crew vehicle made a sharp turn, when he lost control, causing the vehicle to rollover. SM1 ejected from the vehicle. The vehicle rolled over the SM. The TC SM2 door flew open and slammed shut and crushed his right leg. Medics arrived at the accident site near LS2, and found SM1 deceased. SM2 was loaded in a FLA and transported to PSAB TMC.</a:t>
            </a:r>
          </a:p>
        </p:txBody>
      </p:sp>
      <p:cxnSp>
        <p:nvCxnSpPr>
          <p:cNvPr id="65" name="Straight Arrow Connector 64">
            <a:extLst>
              <a:ext uri="{FF2B5EF4-FFF2-40B4-BE49-F238E27FC236}">
                <a16:creationId xmlns:a16="http://schemas.microsoft.com/office/drawing/2014/main" id="{FBA2AC89-98F9-20EF-0DED-02BC42A27366}"/>
              </a:ext>
            </a:extLst>
          </p:cNvPr>
          <p:cNvCxnSpPr>
            <a:cxnSpLocks/>
          </p:cNvCxnSpPr>
          <p:nvPr/>
        </p:nvCxnSpPr>
        <p:spPr>
          <a:xfrm>
            <a:off x="755531" y="6324615"/>
            <a:ext cx="743547" cy="15062"/>
          </a:xfrm>
          <a:prstGeom prst="straightConnector1">
            <a:avLst/>
          </a:prstGeom>
          <a:ln>
            <a:solidFill>
              <a:srgbClr val="FF0000"/>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04F7B8F8-82B6-A96B-3913-09420B7CA273}"/>
              </a:ext>
            </a:extLst>
          </p:cNvPr>
          <p:cNvSpPr txBox="1"/>
          <p:nvPr/>
        </p:nvSpPr>
        <p:spPr>
          <a:xfrm>
            <a:off x="615051" y="6415878"/>
            <a:ext cx="939681" cy="215444"/>
          </a:xfrm>
          <a:prstGeom prst="rect">
            <a:avLst/>
          </a:prstGeom>
          <a:noFill/>
          <a:ln>
            <a:solidFill>
              <a:schemeClr val="tx1"/>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rial" panose="020B0604020202020204"/>
                <a:ea typeface="+mn-ea"/>
                <a:cs typeface="+mn-cs"/>
              </a:rPr>
              <a:t>Direction of travel</a:t>
            </a:r>
          </a:p>
        </p:txBody>
      </p:sp>
      <p:sp>
        <p:nvSpPr>
          <p:cNvPr id="67" name="Explosion: 14 Points 66">
            <a:extLst>
              <a:ext uri="{FF2B5EF4-FFF2-40B4-BE49-F238E27FC236}">
                <a16:creationId xmlns:a16="http://schemas.microsoft.com/office/drawing/2014/main" id="{BAE3A627-EF6F-35CF-14B7-22EA7BD603CB}"/>
              </a:ext>
            </a:extLst>
          </p:cNvPr>
          <p:cNvSpPr/>
          <p:nvPr/>
        </p:nvSpPr>
        <p:spPr>
          <a:xfrm>
            <a:off x="1881003" y="6248414"/>
            <a:ext cx="320017" cy="152402"/>
          </a:xfrm>
          <a:prstGeom prst="irregularSeal2">
            <a:avLst/>
          </a:prstGeom>
          <a:solidFill>
            <a:schemeClr val="accent2"/>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68" name="TextBox 67">
            <a:extLst>
              <a:ext uri="{FF2B5EF4-FFF2-40B4-BE49-F238E27FC236}">
                <a16:creationId xmlns:a16="http://schemas.microsoft.com/office/drawing/2014/main" id="{1004BD18-DF65-68EC-E0E2-8335494DD7F9}"/>
              </a:ext>
            </a:extLst>
          </p:cNvPr>
          <p:cNvSpPr txBox="1"/>
          <p:nvPr/>
        </p:nvSpPr>
        <p:spPr>
          <a:xfrm>
            <a:off x="1595217" y="6415878"/>
            <a:ext cx="891591" cy="215444"/>
          </a:xfrm>
          <a:prstGeom prst="rect">
            <a:avLst/>
          </a:prstGeom>
          <a:noFill/>
          <a:ln>
            <a:solidFill>
              <a:schemeClr val="tx1"/>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rial" panose="020B0604020202020204"/>
                <a:ea typeface="+mn-ea"/>
                <a:cs typeface="+mn-cs"/>
              </a:rPr>
              <a:t>Rollover location</a:t>
            </a:r>
          </a:p>
        </p:txBody>
      </p:sp>
      <p:pic>
        <p:nvPicPr>
          <p:cNvPr id="69" name="Picture 68">
            <a:extLst>
              <a:ext uri="{FF2B5EF4-FFF2-40B4-BE49-F238E27FC236}">
                <a16:creationId xmlns:a16="http://schemas.microsoft.com/office/drawing/2014/main" id="{A101D165-2D33-9178-2724-E7616C1942D2}"/>
              </a:ext>
            </a:extLst>
          </p:cNvPr>
          <p:cNvPicPr>
            <a:picLocks noChangeAspect="1"/>
          </p:cNvPicPr>
          <p:nvPr/>
        </p:nvPicPr>
        <p:blipFill>
          <a:blip r:embed="rId3"/>
          <a:stretch>
            <a:fillRect/>
          </a:stretch>
        </p:blipFill>
        <p:spPr>
          <a:xfrm>
            <a:off x="9327228" y="904905"/>
            <a:ext cx="2304277" cy="1498790"/>
          </a:xfrm>
          <a:prstGeom prst="rect">
            <a:avLst/>
          </a:prstGeom>
        </p:spPr>
      </p:pic>
    </p:spTree>
    <p:extLst>
      <p:ext uri="{BB962C8B-B14F-4D97-AF65-F5344CB8AC3E}">
        <p14:creationId xmlns:p14="http://schemas.microsoft.com/office/powerpoint/2010/main" val="3294276507"/>
      </p:ext>
    </p:extLst>
  </p:cSld>
  <p:clrMapOvr>
    <a:masterClrMapping/>
  </p:clrMapOvr>
</p:sld>
</file>

<file path=ppt/theme/theme1.xml><?xml version="1.0" encoding="utf-8"?>
<a:theme xmlns:a="http://schemas.openxmlformats.org/drawingml/2006/main" name="7_31X Master Slide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251ecc33-995d-4480-b63d-cac6806ded5e" xsi:nil="true"/>
    <_ip_UnifiedCompliancePolicyUIAction xmlns="http://schemas.microsoft.com/sharepoint/v3" xsi:nil="true"/>
    <lcf76f155ced4ddcb4097134ff3c332f xmlns="e8fb9a82-8224-4e34-83c2-84527b1fa3ef">
      <Terms xmlns="http://schemas.microsoft.com/office/infopath/2007/PartnerControls"/>
    </lcf76f155ced4ddcb4097134ff3c332f>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5648BC4FFD00345B6676CC0A37BAFDC" ma:contentTypeVersion="12" ma:contentTypeDescription="Create a new document." ma:contentTypeScope="" ma:versionID="1a1bbaa6a3db1087374fed88ac13d0d0">
  <xsd:schema xmlns:xsd="http://www.w3.org/2001/XMLSchema" xmlns:xs="http://www.w3.org/2001/XMLSchema" xmlns:p="http://schemas.microsoft.com/office/2006/metadata/properties" xmlns:ns1="http://schemas.microsoft.com/sharepoint/v3" xmlns:ns2="e8fb9a82-8224-4e34-83c2-84527b1fa3ef" xmlns:ns3="251ecc33-995d-4480-b63d-cac6806ded5e" targetNamespace="http://schemas.microsoft.com/office/2006/metadata/properties" ma:root="true" ma:fieldsID="57522d975cbe51ef35bbb362f8cde06f" ns1:_="" ns2:_="" ns3:_="">
    <xsd:import namespace="http://schemas.microsoft.com/sharepoint/v3"/>
    <xsd:import namespace="e8fb9a82-8224-4e34-83c2-84527b1fa3ef"/>
    <xsd:import namespace="251ecc33-995d-4480-b63d-cac6806ded5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xsd:simpleType>
        <xsd:restriction base="dms:Note"/>
      </xsd:simpleType>
    </xsd:element>
    <xsd:element name="_ip_UnifiedCompliancePolicyUIAction" ma:index="1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8fb9a82-8224-4e34-83c2-84527b1fa3e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200a8e9e-53a6-47b7-a4dc-b2b803c2fbc7"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51ecc33-995d-4480-b63d-cac6806ded5e"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78469b14-69ef-41c5-896c-30576532e26f}" ma:internalName="TaxCatchAll" ma:showField="CatchAllData" ma:web="251ecc33-995d-4480-b63d-cac6806ded5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F6CEB2A-72C7-4E89-BEF2-F84397F714AA}">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755BF49C-FBDD-4480-B9A5-2DFE84192AD2}">
  <ds:schemaRefs>
    <ds:schemaRef ds:uri="http://schemas.microsoft.com/sharepoint/v3/contenttype/forms"/>
  </ds:schemaRefs>
</ds:datastoreItem>
</file>

<file path=customXml/itemProps3.xml><?xml version="1.0" encoding="utf-8"?>
<ds:datastoreItem xmlns:ds="http://schemas.openxmlformats.org/officeDocument/2006/customXml" ds:itemID="{BED56FD1-175B-48B2-8705-6D2E5E8F7CCF}"/>
</file>

<file path=docProps/app.xml><?xml version="1.0" encoding="utf-8"?>
<Properties xmlns="http://schemas.openxmlformats.org/officeDocument/2006/extended-properties" xmlns:vt="http://schemas.openxmlformats.org/officeDocument/2006/docPropsVTypes">
  <TotalTime>60</TotalTime>
  <Words>120</Words>
  <Application>Microsoft Office PowerPoint</Application>
  <PresentationFormat>Widescreen</PresentationFormat>
  <Paragraphs>4</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 Arial</vt:lpstr>
      <vt:lpstr>Arial</vt:lpstr>
      <vt:lpstr>Calibri</vt:lpstr>
      <vt:lpstr>7_31X Master Slide Template</vt:lpstr>
      <vt:lpstr>PAT XIV STORY BOARD</vt:lpstr>
    </vt:vector>
  </TitlesOfParts>
  <Company>US Army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Culpepper, Mark Allen CTR USARMY 32 AMD CMD (USA)</dc:creator>
  <cp:lastModifiedBy>Culpepper, Mark Allen CTR USARMY 32 AMD CMD (USA)</cp:lastModifiedBy>
  <cp:revision>3</cp:revision>
  <dcterms:created xsi:type="dcterms:W3CDTF">2025-04-11T14:33:42Z</dcterms:created>
  <dcterms:modified xsi:type="dcterms:W3CDTF">2025-04-23T15:03:51Z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0x01010075648BC4FFD00345B6676CC0A37BAFDC</vt:lpwstr>
  </property>
</Properties>
</file>